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notesMasterIdLst>
    <p:notesMasterId r:id="rId23"/>
  </p:notesMasterIdLst>
  <p:sldIdLst>
    <p:sldId id="278" r:id="rId2"/>
    <p:sldId id="284" r:id="rId3"/>
    <p:sldId id="257" r:id="rId4"/>
    <p:sldId id="258" r:id="rId5"/>
    <p:sldId id="259" r:id="rId6"/>
    <p:sldId id="261" r:id="rId7"/>
    <p:sldId id="275" r:id="rId8"/>
    <p:sldId id="285" r:id="rId9"/>
    <p:sldId id="260" r:id="rId10"/>
    <p:sldId id="263" r:id="rId11"/>
    <p:sldId id="264" r:id="rId12"/>
    <p:sldId id="265" r:id="rId13"/>
    <p:sldId id="269" r:id="rId14"/>
    <p:sldId id="270" r:id="rId15"/>
    <p:sldId id="271" r:id="rId16"/>
    <p:sldId id="273" r:id="rId17"/>
    <p:sldId id="272" r:id="rId18"/>
    <p:sldId id="280" r:id="rId19"/>
    <p:sldId id="281" r:id="rId20"/>
    <p:sldId id="279" r:id="rId21"/>
    <p:sldId id="28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105" d="100"/>
          <a:sy n="105" d="100"/>
        </p:scale>
        <p:origin x="8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2D2CF6-9116-41DD-9399-726201935EEF}" type="datetimeFigureOut">
              <a:rPr lang="en-US" smtClean="0"/>
              <a:t>07-Mar-26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25EDF-EFC9-4AE9-8C6A-389921ED9374}" type="slidenum">
              <a:rPr lang="en-US" smtClean="0"/>
              <a:t>‹#›</a:t>
            </a:fld>
            <a:endParaRPr lang="en-US"/>
          </a:p>
        </p:txBody>
      </p:sp>
    </p:spTree>
    <p:extLst>
      <p:ext uri="{BB962C8B-B14F-4D97-AF65-F5344CB8AC3E}">
        <p14:creationId xmlns:p14="http://schemas.microsoft.com/office/powerpoint/2010/main" val="317424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7FA0109B-E626-4FE7-ABF1-F0C8C691B28B}" type="datetimeFigureOut">
              <a:rPr lang="en-US" smtClean="0"/>
              <a:t>07-Mar-26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3348069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A0109B-E626-4FE7-ABF1-F0C8C691B28B}" type="datetimeFigureOut">
              <a:rPr lang="en-US" smtClean="0"/>
              <a:t>07-Mar-26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2879566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A0109B-E626-4FE7-ABF1-F0C8C691B28B}" type="datetimeFigureOut">
              <a:rPr lang="en-US" smtClean="0"/>
              <a:t>07-Mar-26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2724159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A0109B-E626-4FE7-ABF1-F0C8C691B28B}" type="datetimeFigureOut">
              <a:rPr lang="en-US" smtClean="0"/>
              <a:t>07-Mar-26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3802466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A0109B-E626-4FE7-ABF1-F0C8C691B28B}" type="datetimeFigureOut">
              <a:rPr lang="en-US" smtClean="0"/>
              <a:t>07-Mar-26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1928232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A0109B-E626-4FE7-ABF1-F0C8C691B28B}" type="datetimeFigureOut">
              <a:rPr lang="en-US" smtClean="0"/>
              <a:t>07-Mar-26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1821182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A0109B-E626-4FE7-ABF1-F0C8C691B28B}" type="datetimeFigureOut">
              <a:rPr lang="en-US" smtClean="0"/>
              <a:t>07-Mar-26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2929932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A0109B-E626-4FE7-ABF1-F0C8C691B28B}" type="datetimeFigureOut">
              <a:rPr lang="en-US" smtClean="0"/>
              <a:t>07-Mar-26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1438694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A0109B-E626-4FE7-ABF1-F0C8C691B28B}" type="datetimeFigureOut">
              <a:rPr lang="en-US" smtClean="0"/>
              <a:t>07-Mar-26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2778602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A0109B-E626-4FE7-ABF1-F0C8C691B28B}" type="datetimeFigureOut">
              <a:rPr lang="en-US" smtClean="0"/>
              <a:t>07-Mar-26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226934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A0109B-E626-4FE7-ABF1-F0C8C691B28B}" type="datetimeFigureOut">
              <a:rPr lang="en-US" smtClean="0"/>
              <a:t>07-Mar-26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32129741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A0109B-E626-4FE7-ABF1-F0C8C691B28B}" type="datetimeFigureOut">
              <a:rPr lang="en-US" smtClean="0"/>
              <a:t>07-Mar-26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A675D4-1172-424D-A996-4DDCB783EC81}" type="slidenum">
              <a:rPr lang="en-US" smtClean="0"/>
              <a:t>‹#›</a:t>
            </a:fld>
            <a:endParaRPr 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913517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A0109B-E626-4FE7-ABF1-F0C8C691B28B}" type="datetimeFigureOut">
              <a:rPr lang="en-US" smtClean="0"/>
              <a:t>07-Mar-26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29058601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FA0109B-E626-4FE7-ABF1-F0C8C691B28B}" type="datetimeFigureOut">
              <a:rPr lang="en-US" smtClean="0"/>
              <a:t>07-Mar-26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1177620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FA0109B-E626-4FE7-ABF1-F0C8C691B28B}" type="datetimeFigureOut">
              <a:rPr lang="en-US" smtClean="0"/>
              <a:t>07-Mar-26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35790825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A0109B-E626-4FE7-ABF1-F0C8C691B28B}" type="datetimeFigureOut">
              <a:rPr lang="en-US" smtClean="0"/>
              <a:t>07-Mar-26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38771166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A0109B-E626-4FE7-ABF1-F0C8C691B28B}" type="datetimeFigureOut">
              <a:rPr lang="en-US" smtClean="0"/>
              <a:t>07-Mar-26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A675D4-1172-424D-A996-4DDCB783EC81}" type="slidenum">
              <a:rPr lang="en-US" smtClean="0"/>
              <a:t>‹#›</a:t>
            </a:fld>
            <a:endParaRPr lang="en-US"/>
          </a:p>
        </p:txBody>
      </p:sp>
    </p:spTree>
    <p:extLst>
      <p:ext uri="{BB962C8B-B14F-4D97-AF65-F5344CB8AC3E}">
        <p14:creationId xmlns:p14="http://schemas.microsoft.com/office/powerpoint/2010/main" val="632395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7FA0109B-E626-4FE7-ABF1-F0C8C691B28B}" type="datetimeFigureOut">
              <a:rPr lang="en-US" smtClean="0"/>
              <a:t>07-Mar-26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AA675D4-1172-424D-A996-4DDCB783EC81}" type="slidenum">
              <a:rPr lang="en-US" smtClean="0"/>
              <a:t>‹#›</a:t>
            </a:fld>
            <a:endParaRPr lang="en-US"/>
          </a:p>
        </p:txBody>
      </p:sp>
    </p:spTree>
    <p:extLst>
      <p:ext uri="{BB962C8B-B14F-4D97-AF65-F5344CB8AC3E}">
        <p14:creationId xmlns:p14="http://schemas.microsoft.com/office/powerpoint/2010/main" val="2884146384"/>
      </p:ext>
    </p:extLst>
  </p:cSld>
  <p:clrMap bg1="dk1" tx1="lt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1BC4E0-62EF-3443-2607-E3CFEA25E1E2}"/>
              </a:ext>
            </a:extLst>
          </p:cNvPr>
          <p:cNvSpPr>
            <a:spLocks noGrp="1"/>
          </p:cNvSpPr>
          <p:nvPr>
            <p:ph idx="1"/>
          </p:nvPr>
        </p:nvSpPr>
        <p:spPr>
          <a:xfrm>
            <a:off x="829634" y="1588510"/>
            <a:ext cx="10532732" cy="4291082"/>
          </a:xfrm>
        </p:spPr>
        <p:txBody>
          <a:bodyPr>
            <a:normAutofit fontScale="62500" lnSpcReduction="20000"/>
          </a:bodyPr>
          <a:lstStyle/>
          <a:p>
            <a:pPr marL="0" indent="0" algn="ctr">
              <a:buNone/>
            </a:pPr>
            <a:r>
              <a:rPr lang="en-US" sz="4400" b="1" dirty="0">
                <a:latin typeface="Times New Roman" panose="02020603050405020304" pitchFamily="18" charset="0"/>
                <a:cs typeface="Times New Roman" panose="02020603050405020304" pitchFamily="18" charset="0"/>
              </a:rPr>
              <a:t>TRAVEL BOOKING AGENCY WEBSITE</a:t>
            </a:r>
          </a:p>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r>
              <a:rPr lang="en-US" sz="4400" b="1" dirty="0">
                <a:latin typeface="Times New Roman" panose="02020603050405020304" pitchFamily="18" charset="0"/>
                <a:cs typeface="Times New Roman" panose="02020603050405020304" pitchFamily="18" charset="0"/>
              </a:rPr>
              <a:t> PROJECT </a:t>
            </a:r>
          </a:p>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r>
              <a:rPr lang="en-US" b="1" dirty="0">
                <a:latin typeface="Times New Roman" panose="02020603050405020304" pitchFamily="18" charset="0"/>
                <a:cs typeface="Times New Roman" panose="02020603050405020304" pitchFamily="18" charset="0"/>
              </a:rPr>
              <a:t>Batch – 2</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b="1" dirty="0">
                <a:latin typeface="Times New Roman" panose="02020603050405020304" pitchFamily="18" charset="0"/>
                <a:cs typeface="Times New Roman" panose="02020603050405020304" pitchFamily="18" charset="0"/>
              </a:rPr>
              <a:t>241FA04194: Durga</a:t>
            </a:r>
            <a:endParaRPr lang="en-US" dirty="0">
              <a:latin typeface="Times New Roman" panose="02020603050405020304" pitchFamily="18" charset="0"/>
              <a:cs typeface="Times New Roman" panose="02020603050405020304" pitchFamily="18" charset="0"/>
            </a:endParaRPr>
          </a:p>
          <a:p>
            <a:pPr marL="0" indent="0" algn="ctr">
              <a:buNone/>
            </a:pPr>
            <a:r>
              <a:rPr lang="en-IN" b="1" dirty="0">
                <a:latin typeface="Times New Roman" panose="02020603050405020304" pitchFamily="18" charset="0"/>
                <a:cs typeface="Times New Roman" panose="02020603050405020304" pitchFamily="18" charset="0"/>
              </a:rPr>
              <a:t>241FA04319: Madhavi</a:t>
            </a:r>
            <a:endParaRPr lang="en-US" dirty="0">
              <a:latin typeface="Times New Roman" panose="02020603050405020304" pitchFamily="18" charset="0"/>
              <a:cs typeface="Times New Roman" panose="02020603050405020304" pitchFamily="18" charset="0"/>
            </a:endParaRPr>
          </a:p>
          <a:p>
            <a:pPr marL="0" indent="0" algn="ctr">
              <a:buNone/>
            </a:pPr>
            <a:r>
              <a:rPr lang="en-IN" b="1" dirty="0">
                <a:latin typeface="Times New Roman" panose="02020603050405020304" pitchFamily="18" charset="0"/>
                <a:cs typeface="Times New Roman" panose="02020603050405020304" pitchFamily="18" charset="0"/>
              </a:rPr>
              <a:t>241FA04283: Uday</a:t>
            </a:r>
            <a:endParaRPr lang="en-US" dirty="0">
              <a:latin typeface="Times New Roman" panose="02020603050405020304" pitchFamily="18" charset="0"/>
              <a:cs typeface="Times New Roman" panose="02020603050405020304" pitchFamily="18" charset="0"/>
            </a:endParaRPr>
          </a:p>
          <a:p>
            <a:pPr marL="0" indent="0" algn="ctr">
              <a:buNone/>
            </a:pPr>
            <a:r>
              <a:rPr lang="en-IN" b="1" dirty="0">
                <a:latin typeface="Times New Roman" panose="02020603050405020304" pitchFamily="18" charset="0"/>
                <a:cs typeface="Times New Roman" panose="02020603050405020304" pitchFamily="18" charset="0"/>
              </a:rPr>
              <a:t>241FA04558: Trinadh</a:t>
            </a:r>
            <a:endParaRPr lang="en-US" sz="1900" b="1" dirty="0">
              <a:latin typeface="Times New Roman" panose="02020603050405020304" pitchFamily="18" charset="0"/>
              <a:cs typeface="Times New Roman" panose="02020603050405020304" pitchFamily="18" charset="0"/>
            </a:endParaRPr>
          </a:p>
          <a:p>
            <a:pPr marL="0" indent="0" algn="r">
              <a:buNone/>
            </a:pPr>
            <a:r>
              <a:rPr lang="en-US" sz="1800" b="1" dirty="0">
                <a:latin typeface="Times New Roman" panose="02020603050405020304" pitchFamily="18" charset="0"/>
                <a:cs typeface="Times New Roman" panose="02020603050405020304" pitchFamily="18" charset="0"/>
              </a:rPr>
              <a:t>SUBMITTED TO:</a:t>
            </a:r>
          </a:p>
          <a:p>
            <a:pPr marL="0" indent="0" algn="r">
              <a:buNone/>
            </a:pPr>
            <a:r>
              <a:rPr lang="en-IN" sz="2200" b="1" dirty="0">
                <a:latin typeface="Times New Roman" panose="02020603050405020304" pitchFamily="18" charset="0"/>
                <a:cs typeface="Times New Roman" panose="02020603050405020304" pitchFamily="18" charset="0"/>
              </a:rPr>
              <a:t>Kumar Devapogu sir</a:t>
            </a:r>
            <a:endParaRPr lang="en-US" sz="2200" dirty="0">
              <a:latin typeface="Times New Roman" panose="02020603050405020304" pitchFamily="18" charset="0"/>
              <a:cs typeface="Times New Roman" panose="02020603050405020304" pitchFamily="18" charset="0"/>
            </a:endParaRPr>
          </a:p>
          <a:p>
            <a:pPr marL="0" indent="0" algn="r">
              <a:buNone/>
            </a:pPr>
            <a:endParaRPr lang="en-US" sz="1800" dirty="0">
              <a:latin typeface="Times New Roman" panose="02020603050405020304" pitchFamily="18" charset="0"/>
              <a:cs typeface="Times New Roman" panose="02020603050405020304" pitchFamily="18" charset="0"/>
            </a:endParaRPr>
          </a:p>
        </p:txBody>
      </p:sp>
      <p:pic>
        <p:nvPicPr>
          <p:cNvPr id="23556" name="Picture 4" descr="Top Universities India - Discover Vignan University with ...">
            <a:extLst>
              <a:ext uri="{FF2B5EF4-FFF2-40B4-BE49-F238E27FC236}">
                <a16:creationId xmlns:a16="http://schemas.microsoft.com/office/drawing/2014/main" id="{5B6AACE9-875B-62FB-DCD3-70B6F596E8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0264" y="0"/>
            <a:ext cx="3221736" cy="100584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41D6B41-B8A3-FE4A-1498-EAAC6B8AF7E7}"/>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BC582F8-2862-01BB-114C-8653BA137749}"/>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5" name="TextBox 4">
            <a:extLst>
              <a:ext uri="{FF2B5EF4-FFF2-40B4-BE49-F238E27FC236}">
                <a16:creationId xmlns:a16="http://schemas.microsoft.com/office/drawing/2014/main" id="{7945B4A2-B516-9630-DCBA-DF3AF7BBF1E5}"/>
              </a:ext>
            </a:extLst>
          </p:cNvPr>
          <p:cNvSpPr txBox="1"/>
          <p:nvPr/>
        </p:nvSpPr>
        <p:spPr>
          <a:xfrm>
            <a:off x="10581132" y="6488668"/>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675803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19FEE-C359-3E22-2AF5-950B3302C026}"/>
              </a:ext>
            </a:extLst>
          </p:cNvPr>
          <p:cNvSpPr>
            <a:spLocks noGrp="1"/>
          </p:cNvSpPr>
          <p:nvPr>
            <p:ph type="title"/>
          </p:nvPr>
        </p:nvSpPr>
        <p:spPr/>
        <p:txBody>
          <a:bodyPr>
            <a:normAutofit/>
          </a:bodyPr>
          <a:lstStyle/>
          <a:p>
            <a:r>
              <a:rPr lang="en-IN" sz="4400" b="1"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D2F58CF2-4E1A-1338-23ED-839637888BB8}"/>
              </a:ext>
            </a:extLst>
          </p:cNvPr>
          <p:cNvSpPr>
            <a:spLocks noGrp="1"/>
          </p:cNvSpPr>
          <p:nvPr>
            <p:ph idx="1"/>
          </p:nvPr>
        </p:nvSpPr>
        <p:spPr>
          <a:xfrm>
            <a:off x="838200" y="1690688"/>
            <a:ext cx="10515600" cy="4486275"/>
          </a:xfrm>
        </p:spPr>
        <p:txBody>
          <a:bodyPr>
            <a:normAutofit/>
          </a:bodyPr>
          <a:lstStyle/>
          <a:p>
            <a:r>
              <a:rPr lang="en-IN" sz="2000" dirty="0">
                <a:latin typeface="Times New Roman" panose="02020603050405020304" pitchFamily="18" charset="0"/>
                <a:cs typeface="Times New Roman" panose="02020603050405020304" pitchFamily="18" charset="0"/>
              </a:rPr>
              <a:t>Introduction</a:t>
            </a:r>
          </a:p>
          <a:p>
            <a:r>
              <a:rPr lang="en-IN" sz="2000" dirty="0">
                <a:latin typeface="Times New Roman" panose="02020603050405020304" pitchFamily="18" charset="0"/>
                <a:cs typeface="Times New Roman" panose="02020603050405020304" pitchFamily="18" charset="0"/>
              </a:rPr>
              <a:t>Problem statement</a:t>
            </a:r>
          </a:p>
          <a:p>
            <a:r>
              <a:rPr lang="en-IN" sz="2000" dirty="0">
                <a:latin typeface="Times New Roman" panose="02020603050405020304" pitchFamily="18" charset="0"/>
                <a:cs typeface="Times New Roman" panose="02020603050405020304" pitchFamily="18" charset="0"/>
              </a:rPr>
              <a:t>Existing system</a:t>
            </a:r>
          </a:p>
          <a:p>
            <a:r>
              <a:rPr lang="en-US" sz="2000" dirty="0">
                <a:latin typeface="Times New Roman" panose="02020603050405020304" pitchFamily="18" charset="0"/>
                <a:cs typeface="Times New Roman" panose="02020603050405020304" pitchFamily="18" charset="0"/>
              </a:rPr>
              <a:t>Hardware &amp; Software Requirements</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Advantages</a:t>
            </a:r>
          </a:p>
          <a:p>
            <a:r>
              <a:rPr lang="en-US" sz="2000" dirty="0">
                <a:latin typeface="Times New Roman" panose="02020603050405020304" pitchFamily="18" charset="0"/>
                <a:cs typeface="Times New Roman" panose="02020603050405020304" pitchFamily="18" charset="0"/>
              </a:rPr>
              <a:t>Disadvantages</a:t>
            </a:r>
          </a:p>
          <a:p>
            <a:r>
              <a:rPr lang="en-US" sz="2000" dirty="0">
                <a:latin typeface="Times New Roman" panose="02020603050405020304" pitchFamily="18" charset="0"/>
                <a:cs typeface="Times New Roman" panose="02020603050405020304" pitchFamily="18" charset="0"/>
              </a:rPr>
              <a:t>Sample Code</a:t>
            </a:r>
          </a:p>
          <a:p>
            <a:r>
              <a:rPr lang="en-US" sz="2000" dirty="0">
                <a:latin typeface="Times New Roman" panose="02020603050405020304" pitchFamily="18" charset="0"/>
                <a:cs typeface="Times New Roman" panose="02020603050405020304" pitchFamily="18" charset="0"/>
              </a:rPr>
              <a:t>Result</a:t>
            </a:r>
          </a:p>
          <a:p>
            <a:r>
              <a:rPr lang="en-US" sz="2000" dirty="0">
                <a:latin typeface="Times New Roman" panose="02020603050405020304" pitchFamily="18" charset="0"/>
                <a:cs typeface="Times New Roman" panose="02020603050405020304" pitchFamily="18" charset="0"/>
              </a:rPr>
              <a:t>Conclusion</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4" name="Picture 4" descr="Top Universities India - Discover Vignan University with ...">
            <a:extLst>
              <a:ext uri="{FF2B5EF4-FFF2-40B4-BE49-F238E27FC236}">
                <a16:creationId xmlns:a16="http://schemas.microsoft.com/office/drawing/2014/main" id="{6F1BEC1C-5BF0-12B0-FD3B-64D2D5D4FE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0264" y="0"/>
            <a:ext cx="3221736" cy="100584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661C3F9-3261-FA6D-E422-320518B76A63}"/>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FF7EF97-A874-B165-FF98-2E803DE4828B}"/>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8" name="TextBox 7">
            <a:extLst>
              <a:ext uri="{FF2B5EF4-FFF2-40B4-BE49-F238E27FC236}">
                <a16:creationId xmlns:a16="http://schemas.microsoft.com/office/drawing/2014/main" id="{69C9E080-57FA-ABF1-CB2C-C63F1FDD4E1E}"/>
              </a:ext>
            </a:extLst>
          </p:cNvPr>
          <p:cNvSpPr txBox="1"/>
          <p:nvPr/>
        </p:nvSpPr>
        <p:spPr>
          <a:xfrm>
            <a:off x="10625328" y="6464808"/>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814391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8F4FB-55C9-F1F4-8918-3ED397BD82B3}"/>
              </a:ext>
            </a:extLst>
          </p:cNvPr>
          <p:cNvSpPr>
            <a:spLocks noGrp="1"/>
          </p:cNvSpPr>
          <p:nvPr>
            <p:ph type="title"/>
          </p:nvPr>
        </p:nvSpPr>
        <p:spPr>
          <a:xfrm>
            <a:off x="1137145" y="1489233"/>
            <a:ext cx="9603275" cy="719898"/>
          </a:xfrm>
        </p:spPr>
        <p:txBody>
          <a:bodyPr>
            <a:normAutofit/>
          </a:bodyPr>
          <a:lstStyle/>
          <a:p>
            <a:r>
              <a:rPr lang="en-US" sz="2800" b="1" dirty="0">
                <a:latin typeface="Times New Roman" panose="02020603050405020304" pitchFamily="18" charset="0"/>
                <a:cs typeface="Times New Roman" panose="02020603050405020304" pitchFamily="18" charset="0"/>
              </a:rPr>
              <a:t>Introduction</a:t>
            </a:r>
            <a:r>
              <a:rPr lang="en-US" sz="3600"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A53E62D0-F2CA-FCCE-3708-C5FACDF3D2D7}"/>
              </a:ext>
            </a:extLst>
          </p:cNvPr>
          <p:cNvSpPr>
            <a:spLocks noGrp="1"/>
          </p:cNvSpPr>
          <p:nvPr>
            <p:ph idx="1"/>
          </p:nvPr>
        </p:nvSpPr>
        <p:spPr>
          <a:xfrm>
            <a:off x="1137146" y="2301810"/>
            <a:ext cx="9603275" cy="3221166"/>
          </a:xfrm>
        </p:spPr>
        <p:txBody>
          <a:bodyPr>
            <a:normAutofit/>
          </a:bodyPr>
          <a:lstStyle/>
          <a:p>
            <a:pPr algn="just">
              <a:lnSpc>
                <a:spcPct val="150000"/>
              </a:lnSpc>
            </a:pPr>
            <a:r>
              <a:rPr lang="en-US" sz="2000" dirty="0">
                <a:solidFill>
                  <a:schemeClr val="tx1"/>
                </a:solidFill>
                <a:latin typeface="Times New Roman" panose="02020603050405020304" pitchFamily="18" charset="0"/>
                <a:cs typeface="Times New Roman" panose="02020603050405020304" pitchFamily="18" charset="0"/>
              </a:rPr>
              <a:t>The Travel Booking Agency Website project is designed to provide an online platform for travelers to explore destinations, view travel services, and plan their trips easily. This website helps users access travel information, book services, and contact the agency from anywhere. The project focuses on creating a user-friendly, attractive, and responsive website using web technologies such as HTML and CSS.</a:t>
            </a:r>
          </a:p>
          <a:p>
            <a:pPr algn="just"/>
            <a:endParaRPr lang="en-US" sz="2000" dirty="0">
              <a:solidFill>
                <a:schemeClr val="tx1"/>
              </a:solidFill>
              <a:latin typeface="Arial" panose="020B0604020202020204" pitchFamily="34" charset="0"/>
              <a:cs typeface="Arial" panose="020B0604020202020204" pitchFamily="34" charset="0"/>
            </a:endParaRPr>
          </a:p>
        </p:txBody>
      </p:sp>
      <p:pic>
        <p:nvPicPr>
          <p:cNvPr id="3080" name="Picture 8" descr="Top Universities India - Discover Vignan University with ...">
            <a:extLst>
              <a:ext uri="{FF2B5EF4-FFF2-40B4-BE49-F238E27FC236}">
                <a16:creationId xmlns:a16="http://schemas.microsoft.com/office/drawing/2014/main" id="{DFEA371E-84B0-2AFC-AA5D-573D9243DF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17158"/>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CD3B508-C0B8-F7C2-F40A-30FFACCDAF8D}"/>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4401A97-CFA4-746F-EBCA-628D966FBD66}"/>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7" name="TextBox 6">
            <a:extLst>
              <a:ext uri="{FF2B5EF4-FFF2-40B4-BE49-F238E27FC236}">
                <a16:creationId xmlns:a16="http://schemas.microsoft.com/office/drawing/2014/main" id="{68B3766D-F911-4854-6A3D-839E18E0823C}"/>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119577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AEAB4-17E4-F0D6-21D1-72C143324564}"/>
              </a:ext>
            </a:extLst>
          </p:cNvPr>
          <p:cNvSpPr>
            <a:spLocks noGrp="1"/>
          </p:cNvSpPr>
          <p:nvPr>
            <p:ph type="title"/>
          </p:nvPr>
        </p:nvSpPr>
        <p:spPr>
          <a:xfrm>
            <a:off x="472440" y="759725"/>
            <a:ext cx="10515600" cy="1165027"/>
          </a:xfrm>
        </p:spPr>
        <p:txBody>
          <a:bodyPr>
            <a:normAutofit/>
          </a:bodyPr>
          <a:lstStyle/>
          <a:p>
            <a:r>
              <a:rPr lang="en-US" sz="2800" b="1" dirty="0">
                <a:latin typeface="Times New Roman" panose="02020603050405020304" pitchFamily="18" charset="0"/>
                <a:cs typeface="Times New Roman" panose="02020603050405020304" pitchFamily="18" charset="0"/>
              </a:rPr>
              <a:t>Problem Definition</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D7B3D8-81D3-42D0-D03D-E0CBC13AE14E}"/>
              </a:ext>
            </a:extLst>
          </p:cNvPr>
          <p:cNvSpPr>
            <a:spLocks noGrp="1"/>
          </p:cNvSpPr>
          <p:nvPr>
            <p:ph idx="1"/>
          </p:nvPr>
        </p:nvSpPr>
        <p:spPr>
          <a:xfrm>
            <a:off x="704089" y="1625703"/>
            <a:ext cx="10052302" cy="3858935"/>
          </a:xfrm>
        </p:spPr>
        <p:txBody>
          <a:bodyPr>
            <a:normAutofit/>
          </a:bodyPr>
          <a:lstStyle/>
          <a:p>
            <a:pPr algn="just">
              <a:lnSpc>
                <a:spcPct val="150000"/>
              </a:lnSpc>
            </a:pPr>
            <a:r>
              <a:rPr lang="en-US" sz="2200" dirty="0">
                <a:solidFill>
                  <a:schemeClr val="tx1"/>
                </a:solidFill>
                <a:latin typeface="Times New Roman" panose="02020603050405020304" pitchFamily="18" charset="0"/>
                <a:cs typeface="Times New Roman" panose="02020603050405020304" pitchFamily="18" charset="0"/>
              </a:rPr>
              <a:t>The Travel Agency Website project aims to solve these problems by providing a centralized, user-friendly online platform where customers can explore destinations, view available travel services, and contact the agency easily. This website helps automate information sharing, improves customer engagement, and enhances accessibility, making travel planning faster, simpler, and more efficient</a:t>
            </a:r>
            <a:r>
              <a:rPr lang="en-US" dirty="0">
                <a:solidFill>
                  <a:schemeClr val="tx1"/>
                </a:solidFill>
                <a:latin typeface="Times New Roman" panose="02020603050405020304" pitchFamily="18" charset="0"/>
                <a:cs typeface="Times New Roman" panose="02020603050405020304" pitchFamily="18" charset="0"/>
              </a:rPr>
              <a:t>.</a:t>
            </a:r>
          </a:p>
          <a:p>
            <a:endParaRPr lang="en-US" dirty="0">
              <a:solidFill>
                <a:schemeClr val="tx1"/>
              </a:solidFill>
              <a:latin typeface="Arial" panose="020B0604020202020204" pitchFamily="34" charset="0"/>
              <a:cs typeface="Arial" panose="020B0604020202020204" pitchFamily="34" charset="0"/>
            </a:endParaRPr>
          </a:p>
        </p:txBody>
      </p:sp>
      <p:pic>
        <p:nvPicPr>
          <p:cNvPr id="4" name="Picture 8" descr="Top Universities India - Discover Vignan University with ...">
            <a:extLst>
              <a:ext uri="{FF2B5EF4-FFF2-40B4-BE49-F238E27FC236}">
                <a16:creationId xmlns:a16="http://schemas.microsoft.com/office/drawing/2014/main" id="{4C2E6306-225D-7CDE-6E03-85BCD379CD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28D52D0-6473-132A-0BD7-070E9C03A81B}"/>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32A2E95-A59A-B69A-C860-C79225DD13DA}"/>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8" name="TextBox 7">
            <a:extLst>
              <a:ext uri="{FF2B5EF4-FFF2-40B4-BE49-F238E27FC236}">
                <a16:creationId xmlns:a16="http://schemas.microsoft.com/office/drawing/2014/main" id="{F2EDACC9-4209-7C4E-916C-E92B789A3AB8}"/>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413935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E74A5-482E-931D-59C9-A9D17A253975}"/>
              </a:ext>
            </a:extLst>
          </p:cNvPr>
          <p:cNvSpPr>
            <a:spLocks noGrp="1"/>
          </p:cNvSpPr>
          <p:nvPr>
            <p:ph type="title"/>
          </p:nvPr>
        </p:nvSpPr>
        <p:spPr>
          <a:xfrm>
            <a:off x="609600" y="966914"/>
            <a:ext cx="10515600" cy="951611"/>
          </a:xfrm>
        </p:spPr>
        <p:txBody>
          <a:bodyPr>
            <a:normAutofit fontScale="90000"/>
          </a:bodyPr>
          <a:lstStyle/>
          <a:p>
            <a:r>
              <a:rPr lang="en-US" sz="2800" b="1" dirty="0">
                <a:latin typeface="Times New Roman" panose="02020603050405020304" pitchFamily="18" charset="0"/>
                <a:cs typeface="Times New Roman" panose="02020603050405020304" pitchFamily="18" charset="0"/>
              </a:rPr>
              <a:t>Existing System</a:t>
            </a:r>
            <a:r>
              <a:rPr lang="en-US" sz="2800" dirty="0">
                <a:latin typeface="Times New Roman" panose="02020603050405020304" pitchFamily="18" charset="0"/>
                <a:cs typeface="Times New Roman" panose="02020603050405020304" pitchFamily="18" charset="0"/>
              </a:rPr>
              <a:t>:</a:t>
            </a:r>
            <a:br>
              <a:rPr lang="en-US" dirty="0"/>
            </a:br>
            <a:endParaRPr lang="en-US" dirty="0"/>
          </a:p>
        </p:txBody>
      </p:sp>
      <p:sp>
        <p:nvSpPr>
          <p:cNvPr id="3" name="Content Placeholder 2">
            <a:extLst>
              <a:ext uri="{FF2B5EF4-FFF2-40B4-BE49-F238E27FC236}">
                <a16:creationId xmlns:a16="http://schemas.microsoft.com/office/drawing/2014/main" id="{9E282996-6C84-6A5C-3416-374B23DE81A2}"/>
              </a:ext>
            </a:extLst>
          </p:cNvPr>
          <p:cNvSpPr>
            <a:spLocks noGrp="1"/>
          </p:cNvSpPr>
          <p:nvPr>
            <p:ph idx="1"/>
          </p:nvPr>
        </p:nvSpPr>
        <p:spPr>
          <a:xfrm>
            <a:off x="924560" y="1442720"/>
            <a:ext cx="10200640" cy="4592320"/>
          </a:xfrm>
        </p:spPr>
        <p:txBody>
          <a:bodyPr>
            <a:normAutofit fontScale="85000" lnSpcReduction="20000"/>
          </a:bodyPr>
          <a:lstStyle/>
          <a:p>
            <a:pPr lvl="0">
              <a:lnSpc>
                <a:spcPct val="150000"/>
              </a:lnSpc>
            </a:pPr>
            <a:r>
              <a:rPr lang="en-US" sz="2600" dirty="0">
                <a:solidFill>
                  <a:schemeClr val="tx1"/>
                </a:solidFill>
                <a:latin typeface="Times New Roman" panose="02020603050405020304" pitchFamily="18" charset="0"/>
                <a:cs typeface="Times New Roman" panose="02020603050405020304" pitchFamily="18" charset="0"/>
              </a:rPr>
              <a:t>Travel agencies rely on manual processes and traditional methods.</a:t>
            </a:r>
          </a:p>
          <a:p>
            <a:pPr lvl="0">
              <a:lnSpc>
                <a:spcPct val="150000"/>
              </a:lnSpc>
            </a:pPr>
            <a:r>
              <a:rPr lang="en-US" sz="2600" dirty="0">
                <a:solidFill>
                  <a:schemeClr val="tx1"/>
                </a:solidFill>
                <a:latin typeface="Times New Roman" panose="02020603050405020304" pitchFamily="18" charset="0"/>
                <a:cs typeface="Times New Roman" panose="02020603050405020304" pitchFamily="18" charset="0"/>
              </a:rPr>
              <a:t>Customers must visit the agency in person or contact via phone.</a:t>
            </a:r>
          </a:p>
          <a:p>
            <a:pPr lvl="0">
              <a:lnSpc>
                <a:spcPct val="150000"/>
              </a:lnSpc>
            </a:pPr>
            <a:r>
              <a:rPr lang="en-US" sz="2600" dirty="0">
                <a:solidFill>
                  <a:schemeClr val="tx1"/>
                </a:solidFill>
                <a:latin typeface="Times New Roman" panose="02020603050405020304" pitchFamily="18" charset="0"/>
                <a:cs typeface="Times New Roman" panose="02020603050405020304" pitchFamily="18" charset="0"/>
              </a:rPr>
              <a:t>Information is provided through brochures or verbal communication.</a:t>
            </a:r>
          </a:p>
          <a:p>
            <a:pPr lvl="0">
              <a:lnSpc>
                <a:spcPct val="150000"/>
              </a:lnSpc>
            </a:pPr>
            <a:r>
              <a:rPr lang="en-US" sz="2600" dirty="0">
                <a:solidFill>
                  <a:schemeClr val="tx1"/>
                </a:solidFill>
                <a:latin typeface="Times New Roman" panose="02020603050405020304" pitchFamily="18" charset="0"/>
                <a:cs typeface="Times New Roman" panose="02020603050405020304" pitchFamily="18" charset="0"/>
              </a:rPr>
              <a:t>Limited availability of updated destination and package details.</a:t>
            </a:r>
          </a:p>
          <a:p>
            <a:pPr lvl="0">
              <a:lnSpc>
                <a:spcPct val="150000"/>
              </a:lnSpc>
            </a:pPr>
            <a:r>
              <a:rPr lang="en-US" sz="2600" dirty="0">
                <a:solidFill>
                  <a:schemeClr val="tx1"/>
                </a:solidFill>
                <a:latin typeface="Times New Roman" panose="02020603050405020304" pitchFamily="18" charset="0"/>
                <a:cs typeface="Times New Roman" panose="02020603050405020304" pitchFamily="18" charset="0"/>
              </a:rPr>
              <a:t>Time-consuming process for inquiries and bookings.</a:t>
            </a:r>
          </a:p>
          <a:p>
            <a:pPr lvl="0">
              <a:lnSpc>
                <a:spcPct val="150000"/>
              </a:lnSpc>
            </a:pPr>
            <a:r>
              <a:rPr lang="en-US" sz="2600" dirty="0">
                <a:solidFill>
                  <a:schemeClr val="tx1"/>
                </a:solidFill>
                <a:latin typeface="Times New Roman" panose="02020603050405020304" pitchFamily="18" charset="0"/>
                <a:cs typeface="Times New Roman" panose="02020603050405020304" pitchFamily="18" charset="0"/>
              </a:rPr>
              <a:t>Manual record-keeping increases chances of errors.</a:t>
            </a:r>
          </a:p>
          <a:p>
            <a:pPr lvl="0">
              <a:lnSpc>
                <a:spcPct val="150000"/>
              </a:lnSpc>
            </a:pPr>
            <a:r>
              <a:rPr lang="en-US" sz="2600" dirty="0">
                <a:solidFill>
                  <a:schemeClr val="tx1"/>
                </a:solidFill>
                <a:latin typeface="Times New Roman" panose="02020603050405020304" pitchFamily="18" charset="0"/>
                <a:cs typeface="Times New Roman" panose="02020603050405020304" pitchFamily="18" charset="0"/>
              </a:rPr>
              <a:t>Limited customer reach (mostly local).</a:t>
            </a:r>
          </a:p>
          <a:p>
            <a:pPr lvl="0">
              <a:lnSpc>
                <a:spcPct val="150000"/>
              </a:lnSpc>
            </a:pPr>
            <a:r>
              <a:rPr lang="en-US" sz="2600" dirty="0">
                <a:solidFill>
                  <a:schemeClr val="tx1"/>
                </a:solidFill>
                <a:latin typeface="Times New Roman" panose="02020603050405020304" pitchFamily="18" charset="0"/>
                <a:cs typeface="Times New Roman" panose="02020603050405020304" pitchFamily="18" charset="0"/>
              </a:rPr>
              <a:t>No 24/7 access to travel information</a:t>
            </a:r>
            <a:r>
              <a:rPr lang="en-US" dirty="0">
                <a:solidFill>
                  <a:schemeClr val="tx1"/>
                </a:solidFill>
                <a:latin typeface="Times New Roman" panose="02020603050405020304" pitchFamily="18" charset="0"/>
                <a:cs typeface="Times New Roman" panose="02020603050405020304" pitchFamily="18" charset="0"/>
              </a:rPr>
              <a:t>.</a:t>
            </a:r>
          </a:p>
          <a:p>
            <a:endParaRPr lang="en-US" dirty="0">
              <a:solidFill>
                <a:schemeClr val="tx1"/>
              </a:solidFill>
              <a:latin typeface="Times New Roman" panose="02020603050405020304" pitchFamily="18" charset="0"/>
              <a:cs typeface="Times New Roman" panose="02020603050405020304" pitchFamily="18" charset="0"/>
            </a:endParaRPr>
          </a:p>
        </p:txBody>
      </p:sp>
      <p:pic>
        <p:nvPicPr>
          <p:cNvPr id="4" name="Picture 8" descr="Top Universities India - Discover Vignan University with ...">
            <a:extLst>
              <a:ext uri="{FF2B5EF4-FFF2-40B4-BE49-F238E27FC236}">
                <a16:creationId xmlns:a16="http://schemas.microsoft.com/office/drawing/2014/main" id="{9B44A5A5-D87B-B195-8904-E981A5823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1644644-38A0-52FC-FB50-24B6C452EA19}"/>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71FD75E-5D9D-12A9-90B2-782CBFFE3B66}"/>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8" name="TextBox 7">
            <a:extLst>
              <a:ext uri="{FF2B5EF4-FFF2-40B4-BE49-F238E27FC236}">
                <a16:creationId xmlns:a16="http://schemas.microsoft.com/office/drawing/2014/main" id="{5DABB800-7B84-991E-F931-5BF5F7066E08}"/>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3683736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5773F-E041-DAE1-E6F5-620286A18036}"/>
              </a:ext>
            </a:extLst>
          </p:cNvPr>
          <p:cNvSpPr>
            <a:spLocks noGrp="1"/>
          </p:cNvSpPr>
          <p:nvPr>
            <p:ph type="title"/>
          </p:nvPr>
        </p:nvSpPr>
        <p:spPr>
          <a:xfrm>
            <a:off x="454151" y="853320"/>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Hardware &amp; Software Requirements</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EED61B8-6C3F-35AB-FD27-66A527CBB862}"/>
              </a:ext>
            </a:extLst>
          </p:cNvPr>
          <p:cNvSpPr>
            <a:spLocks noGrp="1"/>
          </p:cNvSpPr>
          <p:nvPr>
            <p:ph idx="1"/>
          </p:nvPr>
        </p:nvSpPr>
        <p:spPr>
          <a:xfrm>
            <a:off x="910314" y="1680500"/>
            <a:ext cx="9603275" cy="4199727"/>
          </a:xfrm>
        </p:spPr>
        <p:txBody>
          <a:bodyPr>
            <a:normAutofit fontScale="62500" lnSpcReduction="20000"/>
          </a:bodyPr>
          <a:lstStyle/>
          <a:p>
            <a:pPr marL="457200" lvl="1" indent="0">
              <a:buNone/>
            </a:pPr>
            <a:endParaRPr lang="en-US" sz="1200" dirty="0">
              <a:latin typeface="Times New Roman" panose="02020603050405020304" pitchFamily="18" charset="0"/>
              <a:cs typeface="Times New Roman" panose="02020603050405020304" pitchFamily="18" charset="0"/>
            </a:endParaRPr>
          </a:p>
          <a:p>
            <a:pPr marL="0" indent="0">
              <a:buNone/>
            </a:pPr>
            <a:r>
              <a:rPr lang="en-US" sz="3800" b="1" dirty="0">
                <a:latin typeface="Times New Roman" panose="02020603050405020304" pitchFamily="18" charset="0"/>
                <a:cs typeface="Times New Roman" panose="02020603050405020304" pitchFamily="18" charset="0"/>
              </a:rPr>
              <a:t>Hardware Requirements</a:t>
            </a:r>
          </a:p>
          <a:p>
            <a:pPr lvl="0"/>
            <a:r>
              <a:rPr lang="en-US" sz="3200" dirty="0">
                <a:latin typeface="Times New Roman" panose="02020603050405020304" pitchFamily="18" charset="0"/>
                <a:cs typeface="Times New Roman" panose="02020603050405020304" pitchFamily="18" charset="0"/>
              </a:rPr>
              <a:t>Computer or Laptop</a:t>
            </a:r>
          </a:p>
          <a:p>
            <a:pPr lvl="0"/>
            <a:r>
              <a:rPr lang="en-US" sz="3200" dirty="0">
                <a:latin typeface="Times New Roman" panose="02020603050405020304" pitchFamily="18" charset="0"/>
                <a:cs typeface="Times New Roman" panose="02020603050405020304" pitchFamily="18" charset="0"/>
              </a:rPr>
              <a:t>Processor: Intel Core i3 or higher</a:t>
            </a:r>
          </a:p>
          <a:p>
            <a:pPr lvl="0"/>
            <a:r>
              <a:rPr lang="en-US" sz="3200" dirty="0">
                <a:latin typeface="Times New Roman" panose="02020603050405020304" pitchFamily="18" charset="0"/>
                <a:cs typeface="Times New Roman" panose="02020603050405020304" pitchFamily="18" charset="0"/>
              </a:rPr>
              <a:t>RAM: Minimum 4 GB</a:t>
            </a:r>
          </a:p>
          <a:p>
            <a:pPr lvl="0"/>
            <a:r>
              <a:rPr lang="en-US" sz="3200" dirty="0">
                <a:latin typeface="Times New Roman" panose="02020603050405020304" pitchFamily="18" charset="0"/>
                <a:cs typeface="Times New Roman" panose="02020603050405020304" pitchFamily="18" charset="0"/>
              </a:rPr>
              <a:t>Hard Disk: Minimum 250 GB</a:t>
            </a:r>
          </a:p>
          <a:p>
            <a:pPr lvl="0"/>
            <a:r>
              <a:rPr lang="en-US" sz="3200" dirty="0">
                <a:latin typeface="Times New Roman" panose="02020603050405020304" pitchFamily="18" charset="0"/>
                <a:cs typeface="Times New Roman" panose="02020603050405020304" pitchFamily="18" charset="0"/>
              </a:rPr>
              <a:t>Internet Connection</a:t>
            </a:r>
          </a:p>
          <a:p>
            <a:pPr marL="0" indent="0">
              <a:buNone/>
            </a:pPr>
            <a:r>
              <a:rPr lang="en-US" sz="3800" b="1" dirty="0">
                <a:latin typeface="Times New Roman" panose="02020603050405020304" pitchFamily="18" charset="0"/>
                <a:cs typeface="Times New Roman" panose="02020603050405020304" pitchFamily="18" charset="0"/>
              </a:rPr>
              <a:t>Software Requirements</a:t>
            </a:r>
          </a:p>
          <a:p>
            <a:pPr lvl="0"/>
            <a:r>
              <a:rPr lang="en-US" sz="3200" dirty="0">
                <a:latin typeface="Times New Roman" panose="02020603050405020304" pitchFamily="18" charset="0"/>
                <a:cs typeface="Times New Roman" panose="02020603050405020304" pitchFamily="18" charset="0"/>
              </a:rPr>
              <a:t>Operating System: Windows 10 / Windows 11</a:t>
            </a:r>
          </a:p>
          <a:p>
            <a:pPr lvl="0"/>
            <a:r>
              <a:rPr lang="en-US" sz="3200" dirty="0">
                <a:latin typeface="Times New Roman" panose="02020603050405020304" pitchFamily="18" charset="0"/>
                <a:cs typeface="Times New Roman" panose="02020603050405020304" pitchFamily="18" charset="0"/>
              </a:rPr>
              <a:t>Web Browser: Google Chrome, Mozilla Firefox, or Microsoft Edge</a:t>
            </a:r>
          </a:p>
          <a:p>
            <a:pPr lvl="0"/>
            <a:r>
              <a:rPr lang="en-US" sz="3200" dirty="0">
                <a:latin typeface="Times New Roman" panose="02020603050405020304" pitchFamily="18" charset="0"/>
                <a:cs typeface="Times New Roman" panose="02020603050405020304" pitchFamily="18" charset="0"/>
              </a:rPr>
              <a:t>Front-End Technologies: HTML, CSS</a:t>
            </a:r>
          </a:p>
          <a:p>
            <a:pPr lvl="0"/>
            <a:r>
              <a:rPr lang="en-US" sz="3200" dirty="0">
                <a:latin typeface="Times New Roman" panose="02020603050405020304" pitchFamily="18" charset="0"/>
                <a:cs typeface="Times New Roman" panose="02020603050405020304" pitchFamily="18" charset="0"/>
              </a:rPr>
              <a:t>Code Editor: Visual Studio Code / Notepad++</a:t>
            </a:r>
          </a:p>
          <a:p>
            <a:endParaRPr lang="en-US" dirty="0">
              <a:latin typeface="Times New Roman" panose="02020603050405020304" pitchFamily="18" charset="0"/>
              <a:cs typeface="Times New Roman" panose="02020603050405020304" pitchFamily="18" charset="0"/>
            </a:endParaRPr>
          </a:p>
        </p:txBody>
      </p:sp>
      <p:pic>
        <p:nvPicPr>
          <p:cNvPr id="4" name="Picture 8" descr="Top Universities India - Discover Vignan University with ...">
            <a:extLst>
              <a:ext uri="{FF2B5EF4-FFF2-40B4-BE49-F238E27FC236}">
                <a16:creationId xmlns:a16="http://schemas.microsoft.com/office/drawing/2014/main" id="{F27B8AF9-3C83-D5F6-1F23-A0606930BD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0F20DA7-8133-AB9B-40FE-5174ADF27E01}"/>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A0954A5-AB19-E4BA-B10D-046AE00926F6}"/>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8" name="TextBox 7">
            <a:extLst>
              <a:ext uri="{FF2B5EF4-FFF2-40B4-BE49-F238E27FC236}">
                <a16:creationId xmlns:a16="http://schemas.microsoft.com/office/drawing/2014/main" id="{BE57EE16-B1D6-9142-0C75-CB19DF87E6BA}"/>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3753078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1A264-EB1B-8649-D1E7-FE3DA78EB550}"/>
              </a:ext>
            </a:extLst>
          </p:cNvPr>
          <p:cNvSpPr>
            <a:spLocks noGrp="1"/>
          </p:cNvSpPr>
          <p:nvPr>
            <p:ph type="title"/>
          </p:nvPr>
        </p:nvSpPr>
        <p:spPr>
          <a:xfrm>
            <a:off x="286549" y="579229"/>
            <a:ext cx="9603275" cy="587136"/>
          </a:xfrm>
        </p:spPr>
        <p:txBody>
          <a:bodyPr>
            <a:normAutofit/>
          </a:bodyPr>
          <a:lstStyle/>
          <a:p>
            <a:r>
              <a:rPr lang="en-US" sz="2800" b="1" dirty="0">
                <a:latin typeface="Times New Roman" panose="02020603050405020304" pitchFamily="18" charset="0"/>
                <a:cs typeface="Times New Roman" panose="02020603050405020304" pitchFamily="18" charset="0"/>
              </a:rPr>
              <a:t>Advantages</a:t>
            </a:r>
            <a:r>
              <a:rPr lang="en-US" sz="2800" dirty="0"/>
              <a:t>:</a:t>
            </a:r>
          </a:p>
        </p:txBody>
      </p:sp>
      <p:sp>
        <p:nvSpPr>
          <p:cNvPr id="3" name="Content Placeholder 2">
            <a:extLst>
              <a:ext uri="{FF2B5EF4-FFF2-40B4-BE49-F238E27FC236}">
                <a16:creationId xmlns:a16="http://schemas.microsoft.com/office/drawing/2014/main" id="{FCE562D7-D351-05A7-0F6E-6185AB90FA87}"/>
              </a:ext>
            </a:extLst>
          </p:cNvPr>
          <p:cNvSpPr>
            <a:spLocks noGrp="1"/>
          </p:cNvSpPr>
          <p:nvPr>
            <p:ph idx="1"/>
          </p:nvPr>
        </p:nvSpPr>
        <p:spPr>
          <a:xfrm>
            <a:off x="286549" y="1193797"/>
            <a:ext cx="7457412" cy="3666744"/>
          </a:xfrm>
        </p:spPr>
        <p:txBody>
          <a:bodyPr>
            <a:noAutofit/>
          </a:bodyPr>
          <a:lstStyle/>
          <a:p>
            <a:pPr algn="just"/>
            <a:r>
              <a:rPr lang="en-US" sz="2000" b="1" dirty="0">
                <a:latin typeface="Times New Roman" panose="02020603050405020304" pitchFamily="18" charset="0"/>
                <a:cs typeface="Times New Roman" panose="02020603050405020304" pitchFamily="18" charset="0"/>
              </a:rPr>
              <a:t>Convenience &amp; Speed:</a:t>
            </a:r>
            <a:r>
              <a:rPr lang="en-US" sz="2000" dirty="0">
                <a:latin typeface="Times New Roman" panose="02020603050405020304" pitchFamily="18" charset="0"/>
                <a:cs typeface="Times New Roman" panose="02020603050405020304" pitchFamily="18" charset="0"/>
              </a:rPr>
              <a:t> Users can search and book flights, hotels, and experiences anytime without waiting for office hours or standing in queues.</a:t>
            </a:r>
          </a:p>
          <a:p>
            <a:pPr algn="just"/>
            <a:r>
              <a:rPr lang="en-US" sz="2000" b="1" dirty="0">
                <a:latin typeface="Times New Roman" panose="02020603050405020304" pitchFamily="18" charset="0"/>
                <a:cs typeface="Times New Roman" panose="02020603050405020304" pitchFamily="18" charset="0"/>
              </a:rPr>
              <a:t>Price Comparison &amp; Savings:</a:t>
            </a:r>
            <a:r>
              <a:rPr lang="en-US" sz="2000" dirty="0">
                <a:latin typeface="Times New Roman" panose="02020603050405020304" pitchFamily="18" charset="0"/>
                <a:cs typeface="Times New Roman" panose="02020603050405020304" pitchFamily="18" charset="0"/>
              </a:rPr>
              <a:t> Aggregator sites allow travelers to compare prices across multiple providers to find the best deals, often with lower rates than booking directly.</a:t>
            </a:r>
          </a:p>
          <a:p>
            <a:pPr algn="just"/>
            <a:r>
              <a:rPr lang="en-US" sz="2000" b="1" dirty="0">
                <a:latin typeface="Times New Roman" panose="02020603050405020304" pitchFamily="18" charset="0"/>
                <a:cs typeface="Times New Roman" panose="02020603050405020304" pitchFamily="18" charset="0"/>
              </a:rPr>
              <a:t>Instant Confirmation &amp; Flexibility:</a:t>
            </a:r>
            <a:r>
              <a:rPr lang="en-US" sz="2000" dirty="0">
                <a:latin typeface="Times New Roman" panose="02020603050405020304" pitchFamily="18" charset="0"/>
                <a:cs typeface="Times New Roman" panose="02020603050405020304" pitchFamily="18" charset="0"/>
              </a:rPr>
              <a:t> Bookings are confirmed instantly, and digital tickets/vouchers are stored in one place, reducing paperwork.</a:t>
            </a:r>
          </a:p>
          <a:p>
            <a:pPr algn="just"/>
            <a:r>
              <a:rPr lang="en-US" sz="2000" b="1" dirty="0">
                <a:latin typeface="Times New Roman" panose="02020603050405020304" pitchFamily="18" charset="0"/>
                <a:cs typeface="Times New Roman" panose="02020603050405020304" pitchFamily="18" charset="0"/>
              </a:rPr>
              <a:t>Enhanced Information &amp; Reviews:</a:t>
            </a:r>
            <a:r>
              <a:rPr lang="en-US" sz="2000" dirty="0">
                <a:latin typeface="Times New Roman" panose="02020603050405020304" pitchFamily="18" charset="0"/>
                <a:cs typeface="Times New Roman" panose="02020603050405020304" pitchFamily="18" charset="0"/>
              </a:rPr>
              <a:t> Access to user-generated reviews and ratings helps travelers make informed, data-driven decisions.</a:t>
            </a:r>
          </a:p>
          <a:p>
            <a:pPr algn="just"/>
            <a:r>
              <a:rPr lang="en-US" sz="2000" b="1" dirty="0">
                <a:latin typeface="Times New Roman" panose="02020603050405020304" pitchFamily="18" charset="0"/>
                <a:cs typeface="Times New Roman" panose="02020603050405020304" pitchFamily="18" charset="0"/>
              </a:rPr>
              <a:t>24/7 Access:</a:t>
            </a:r>
            <a:r>
              <a:rPr lang="en-US" sz="2000" dirty="0">
                <a:latin typeface="Times New Roman" panose="02020603050405020304" pitchFamily="18" charset="0"/>
                <a:cs typeface="Times New Roman" panose="02020603050405020304" pitchFamily="18" charset="0"/>
              </a:rPr>
              <a:t> The ability to manage or book travel on the go via mobile apps provides flexibility for last-minute changes or bookings.</a:t>
            </a:r>
          </a:p>
          <a:p>
            <a:pPr algn="just"/>
            <a:r>
              <a:rPr lang="en-US" sz="2000" b="1" dirty="0">
                <a:latin typeface="Times New Roman" panose="02020603050405020304" pitchFamily="18" charset="0"/>
                <a:cs typeface="Times New Roman" panose="02020603050405020304" pitchFamily="18" charset="0"/>
              </a:rPr>
              <a:t>Loyalty &amp; Rewards:</a:t>
            </a:r>
            <a:r>
              <a:rPr lang="en-US" sz="2000" dirty="0">
                <a:latin typeface="Times New Roman" panose="02020603050405020304" pitchFamily="18" charset="0"/>
                <a:cs typeface="Times New Roman" panose="02020603050405020304" pitchFamily="18" charset="0"/>
              </a:rPr>
              <a:t> Many platforms offer loyalty programs, allowing users to earn points, discounts, or perks for future travel</a:t>
            </a:r>
            <a:r>
              <a:rPr lang="en-US" sz="1600" dirty="0">
                <a:latin typeface="Times New Roman" panose="02020603050405020304" pitchFamily="18" charset="0"/>
                <a:cs typeface="Times New Roman" panose="02020603050405020304" pitchFamily="18" charset="0"/>
              </a:rPr>
              <a:t>. </a:t>
            </a:r>
          </a:p>
          <a:p>
            <a:pPr marL="0" indent="0" algn="just">
              <a:buNone/>
            </a:pPr>
            <a:endParaRPr lang="en-US" sz="1600" dirty="0">
              <a:latin typeface="Times New Roman" panose="02020603050405020304" pitchFamily="18" charset="0"/>
              <a:cs typeface="Times New Roman" panose="02020603050405020304" pitchFamily="18" charset="0"/>
            </a:endParaRPr>
          </a:p>
        </p:txBody>
      </p:sp>
      <p:pic>
        <p:nvPicPr>
          <p:cNvPr id="4" name="Picture 8" descr="Top Universities India - Discover Vignan University with ...">
            <a:extLst>
              <a:ext uri="{FF2B5EF4-FFF2-40B4-BE49-F238E27FC236}">
                <a16:creationId xmlns:a16="http://schemas.microsoft.com/office/drawing/2014/main" id="{634BFA00-98FB-7BFD-7313-FF1127846A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90432AF-F667-5F35-2EF4-E08880329A61}"/>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4682C9C-0C7E-C605-B636-27D0539186C8}"/>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pic>
        <p:nvPicPr>
          <p:cNvPr id="1026" name="Picture 2" descr="Are Travel Agencies Worth It? (Know the Benefits)">
            <a:extLst>
              <a:ext uri="{FF2B5EF4-FFF2-40B4-BE49-F238E27FC236}">
                <a16:creationId xmlns:a16="http://schemas.microsoft.com/office/drawing/2014/main" id="{DE31CBD5-9C25-C0ED-FBAE-EE72E89902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3479" y="2391859"/>
            <a:ext cx="3496738" cy="183032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7D491F7-7E7A-4A7E-A598-4BBCDC11FE06}"/>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3133296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36A68-3B63-512A-A256-ED851FAAB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5E0B0-F357-81E3-422E-C74F9EAD93BD}"/>
              </a:ext>
            </a:extLst>
          </p:cNvPr>
          <p:cNvSpPr>
            <a:spLocks noGrp="1"/>
          </p:cNvSpPr>
          <p:nvPr>
            <p:ph type="title"/>
          </p:nvPr>
        </p:nvSpPr>
        <p:spPr>
          <a:xfrm>
            <a:off x="146304" y="565389"/>
            <a:ext cx="9603275" cy="587136"/>
          </a:xfrm>
        </p:spPr>
        <p:txBody>
          <a:bodyPr>
            <a:normAutofit/>
          </a:bodyPr>
          <a:lstStyle/>
          <a:p>
            <a:r>
              <a:rPr lang="en-US" sz="2800" b="1" dirty="0">
                <a:latin typeface="Times New Roman" panose="02020603050405020304" pitchFamily="18" charset="0"/>
                <a:cs typeface="Times New Roman" panose="02020603050405020304" pitchFamily="18" charset="0"/>
              </a:rPr>
              <a:t>Disadvantages</a:t>
            </a:r>
            <a:r>
              <a:rPr lang="en-US" sz="2800" dirty="0"/>
              <a:t>:</a:t>
            </a:r>
          </a:p>
        </p:txBody>
      </p:sp>
      <p:sp>
        <p:nvSpPr>
          <p:cNvPr id="3" name="Content Placeholder 2">
            <a:extLst>
              <a:ext uri="{FF2B5EF4-FFF2-40B4-BE49-F238E27FC236}">
                <a16:creationId xmlns:a16="http://schemas.microsoft.com/office/drawing/2014/main" id="{1ABE0E6A-F95D-CE8C-29E5-5317843839A4}"/>
              </a:ext>
            </a:extLst>
          </p:cNvPr>
          <p:cNvSpPr>
            <a:spLocks noGrp="1"/>
          </p:cNvSpPr>
          <p:nvPr>
            <p:ph idx="1"/>
          </p:nvPr>
        </p:nvSpPr>
        <p:spPr>
          <a:xfrm>
            <a:off x="82296" y="1204860"/>
            <a:ext cx="7780537" cy="3666744"/>
          </a:xfrm>
        </p:spPr>
        <p:txBody>
          <a:bodyPr>
            <a:noAutofit/>
          </a:bodyPr>
          <a:lstStyle/>
          <a:p>
            <a:pPr algn="just"/>
            <a:r>
              <a:rPr lang="en-US" sz="2000" b="1" dirty="0">
                <a:latin typeface="Times New Roman" panose="02020603050405020304" pitchFamily="18" charset="0"/>
                <a:cs typeface="Times New Roman" panose="02020603050405020304" pitchFamily="18" charset="0"/>
              </a:rPr>
              <a:t>Complex Customer Service &amp; Changes</a:t>
            </a:r>
            <a:r>
              <a:rPr lang="en-US" sz="2000" dirty="0">
                <a:latin typeface="Times New Roman" panose="02020603050405020304" pitchFamily="18" charset="0"/>
                <a:cs typeface="Times New Roman" panose="02020603050405020304" pitchFamily="18" charset="0"/>
              </a:rPr>
              <a:t>: If a problem arises, resolving issues, cancellations, or booking changes through an OTA can be difficult, often involving long waits or unresponsive support.</a:t>
            </a:r>
          </a:p>
          <a:p>
            <a:pPr algn="just"/>
            <a:r>
              <a:rPr lang="en-US" sz="2000" b="1" dirty="0">
                <a:latin typeface="Times New Roman" panose="02020603050405020304" pitchFamily="18" charset="0"/>
                <a:cs typeface="Times New Roman" panose="02020603050405020304" pitchFamily="18" charset="0"/>
              </a:rPr>
              <a:t>Hidden Fees and Higher Prices</a:t>
            </a:r>
            <a:r>
              <a:rPr lang="en-US" sz="2000" dirty="0">
                <a:latin typeface="Times New Roman" panose="02020603050405020304" pitchFamily="18" charset="0"/>
                <a:cs typeface="Times New Roman" panose="02020603050405020304" pitchFamily="18" charset="0"/>
              </a:rPr>
              <a:t>: Despite claims of the best deals,, these platforms may include hidden charges, and it is possible to find lower prices by booking directly with airlines or hotels.</a:t>
            </a:r>
          </a:p>
          <a:p>
            <a:pPr algn="just"/>
            <a:r>
              <a:rPr lang="en-US" sz="2000" b="1" dirty="0">
                <a:latin typeface="Times New Roman" panose="02020603050405020304" pitchFamily="18" charset="0"/>
                <a:cs typeface="Times New Roman" panose="02020603050405020304" pitchFamily="18" charset="0"/>
              </a:rPr>
              <a:t>Rigid Cancellation Policies</a:t>
            </a:r>
            <a:r>
              <a:rPr lang="en-US" sz="2000" dirty="0">
                <a:latin typeface="Times New Roman" panose="02020603050405020304" pitchFamily="18" charset="0"/>
                <a:cs typeface="Times New Roman" panose="02020603050405020304" pitchFamily="18" charset="0"/>
              </a:rPr>
              <a:t>: Unlike direct booking, OTA policies can be inflexible, making it hard to adjust or cancel plans.</a:t>
            </a:r>
          </a:p>
          <a:p>
            <a:pPr algn="just"/>
            <a:r>
              <a:rPr lang="en-US" sz="2000" b="1" dirty="0">
                <a:latin typeface="Times New Roman" panose="02020603050405020304" pitchFamily="18" charset="0"/>
                <a:cs typeface="Times New Roman" panose="02020603050405020304" pitchFamily="18" charset="0"/>
              </a:rPr>
              <a:t>Lack of Loyalty Benefits</a:t>
            </a:r>
            <a:r>
              <a:rPr lang="en-US" sz="2000" dirty="0">
                <a:latin typeface="Times New Roman" panose="02020603050405020304" pitchFamily="18" charset="0"/>
                <a:cs typeface="Times New Roman" panose="02020603050405020304" pitchFamily="18" charset="0"/>
              </a:rPr>
              <a:t>: Hotels often consider third-party bookings ineligible for loyalty points, upgrades, or special benefits, reducing the value for frequent travelers.</a:t>
            </a:r>
          </a:p>
          <a:p>
            <a:pPr algn="just"/>
            <a:r>
              <a:rPr lang="en-US" sz="2000" b="1" dirty="0">
                <a:latin typeface="Times New Roman" panose="02020603050405020304" pitchFamily="18" charset="0"/>
                <a:cs typeface="Times New Roman" panose="02020603050405020304" pitchFamily="18" charset="0"/>
              </a:rPr>
              <a:t>Reduced Personalization</a:t>
            </a:r>
            <a:r>
              <a:rPr lang="en-US" sz="2000" dirty="0">
                <a:latin typeface="Times New Roman" panose="02020603050405020304" pitchFamily="18" charset="0"/>
                <a:cs typeface="Times New Roman" panose="02020603050405020304" pitchFamily="18" charset="0"/>
              </a:rPr>
              <a:t>: The experience is impersonal, lacking the expert advice or customized service a travel agent can provide.</a:t>
            </a:r>
          </a:p>
          <a:p>
            <a:pPr algn="just"/>
            <a:r>
              <a:rPr lang="en-US" sz="2000" b="1" dirty="0">
                <a:latin typeface="Times New Roman" panose="02020603050405020304" pitchFamily="18" charset="0"/>
                <a:cs typeface="Times New Roman" panose="02020603050405020304" pitchFamily="18" charset="0"/>
              </a:rPr>
              <a:t>Risk of Overbooking</a:t>
            </a:r>
            <a:r>
              <a:rPr lang="en-US" sz="2000" dirty="0">
                <a:latin typeface="Times New Roman" panose="02020603050405020304" pitchFamily="18" charset="0"/>
                <a:cs typeface="Times New Roman" panose="02020603050405020304" pitchFamily="18" charset="0"/>
              </a:rPr>
              <a:t>: There is a higher risk of booking errors or overbooking during peak seasons.</a:t>
            </a:r>
          </a:p>
        </p:txBody>
      </p:sp>
      <p:pic>
        <p:nvPicPr>
          <p:cNvPr id="4" name="Picture 8" descr="Top Universities India - Discover Vignan University with ...">
            <a:extLst>
              <a:ext uri="{FF2B5EF4-FFF2-40B4-BE49-F238E27FC236}">
                <a16:creationId xmlns:a16="http://schemas.microsoft.com/office/drawing/2014/main" id="{A717AD1D-0073-8E5A-C362-5CD49F879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AE5D5EF-EA9E-95D6-9323-454E983C2146}"/>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609D77E-3CAB-2B92-25BD-9B903AFD77B1}"/>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pic>
        <p:nvPicPr>
          <p:cNvPr id="2050" name="Picture 2" descr="The Benefits of Online Booking Systems for Tour Operators">
            <a:extLst>
              <a:ext uri="{FF2B5EF4-FFF2-40B4-BE49-F238E27FC236}">
                <a16:creationId xmlns:a16="http://schemas.microsoft.com/office/drawing/2014/main" id="{FFB50550-DC4D-9AAB-BEFA-D8AB68D3B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9669" y="2452141"/>
            <a:ext cx="3740943" cy="196399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B5FB986-ECDD-F912-FD89-5CD024E1E143}"/>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3277304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F1521-541F-2557-F2CC-FD5813B62A93}"/>
              </a:ext>
            </a:extLst>
          </p:cNvPr>
          <p:cNvSpPr>
            <a:spLocks noGrp="1"/>
          </p:cNvSpPr>
          <p:nvPr>
            <p:ph type="title"/>
          </p:nvPr>
        </p:nvSpPr>
        <p:spPr>
          <a:xfrm>
            <a:off x="299435" y="228195"/>
            <a:ext cx="9902221" cy="851482"/>
          </a:xfrm>
        </p:spPr>
        <p:txBody>
          <a:bodyPr>
            <a:normAutofit/>
          </a:bodyPr>
          <a:lstStyle/>
          <a:p>
            <a:r>
              <a:rPr lang="en-US" sz="2500" b="1" dirty="0">
                <a:latin typeface="Times New Roman" panose="02020603050405020304" pitchFamily="18" charset="0"/>
                <a:cs typeface="Times New Roman" panose="02020603050405020304" pitchFamily="18" charset="0"/>
              </a:rPr>
              <a:t>Sample code</a:t>
            </a:r>
            <a:r>
              <a:rPr lang="en-US" sz="2500" dirty="0"/>
              <a:t>:</a:t>
            </a:r>
          </a:p>
        </p:txBody>
      </p:sp>
      <p:sp>
        <p:nvSpPr>
          <p:cNvPr id="3" name="Content Placeholder 2">
            <a:extLst>
              <a:ext uri="{FF2B5EF4-FFF2-40B4-BE49-F238E27FC236}">
                <a16:creationId xmlns:a16="http://schemas.microsoft.com/office/drawing/2014/main" id="{4C16E552-8550-0B71-09AC-A93FA56EE673}"/>
              </a:ext>
            </a:extLst>
          </p:cNvPr>
          <p:cNvSpPr>
            <a:spLocks noGrp="1"/>
          </p:cNvSpPr>
          <p:nvPr>
            <p:ph idx="1"/>
          </p:nvPr>
        </p:nvSpPr>
        <p:spPr>
          <a:xfrm>
            <a:off x="299435" y="1006679"/>
            <a:ext cx="9603275" cy="5388549"/>
          </a:xfrm>
        </p:spPr>
        <p:txBody>
          <a:bodyPr numCol="2">
            <a:noAutofit/>
          </a:bodyPr>
          <a:lstStyle/>
          <a:p>
            <a:pPr marL="0" indent="0">
              <a:buNone/>
            </a:pPr>
            <a:r>
              <a:rPr lang="en-US" sz="1400" dirty="0">
                <a:latin typeface="Times New Roman" panose="02020603050405020304" pitchFamily="18" charset="0"/>
                <a:cs typeface="Times New Roman" panose="02020603050405020304" pitchFamily="18" charset="0"/>
              </a:rPr>
              <a:t>&lt;!DOCTYPE html&gt;</a:t>
            </a:r>
          </a:p>
          <a:p>
            <a:pPr marL="0" indent="0">
              <a:buNone/>
            </a:pPr>
            <a:r>
              <a:rPr lang="en-US" sz="1400" dirty="0">
                <a:latin typeface="Times New Roman" panose="02020603050405020304" pitchFamily="18" charset="0"/>
                <a:cs typeface="Times New Roman" panose="02020603050405020304" pitchFamily="18" charset="0"/>
              </a:rPr>
              <a:t>&lt;html lang="</a:t>
            </a:r>
            <a:r>
              <a:rPr lang="en-US" sz="1400" dirty="0" err="1">
                <a:latin typeface="Times New Roman" panose="02020603050405020304" pitchFamily="18" charset="0"/>
                <a:cs typeface="Times New Roman" panose="02020603050405020304" pitchFamily="18" charset="0"/>
              </a:rPr>
              <a:t>en</a:t>
            </a:r>
            <a:r>
              <a:rPr lang="en-US" sz="1400" dirty="0">
                <a:latin typeface="Times New Roman" panose="02020603050405020304" pitchFamily="18" charset="0"/>
                <a:cs typeface="Times New Roman" panose="02020603050405020304" pitchFamily="18" charset="0"/>
              </a:rPr>
              <a:t>"&gt;</a:t>
            </a:r>
          </a:p>
          <a:p>
            <a:pPr marL="0" indent="0">
              <a:buNone/>
            </a:pPr>
            <a:r>
              <a:rPr lang="en-US" sz="1400" dirty="0">
                <a:latin typeface="Times New Roman" panose="02020603050405020304" pitchFamily="18" charset="0"/>
                <a:cs typeface="Times New Roman" panose="02020603050405020304" pitchFamily="18" charset="0"/>
              </a:rPr>
              <a:t>&lt;head&gt;</a:t>
            </a:r>
          </a:p>
          <a:p>
            <a:pPr marL="0" indent="0">
              <a:buNone/>
            </a:pPr>
            <a:r>
              <a:rPr lang="en-US" sz="1400" dirty="0">
                <a:latin typeface="Times New Roman" panose="02020603050405020304" pitchFamily="18" charset="0"/>
                <a:cs typeface="Times New Roman" panose="02020603050405020304" pitchFamily="18" charset="0"/>
              </a:rPr>
              <a:t>&lt;meta charset="UTF-8"&gt;</a:t>
            </a:r>
          </a:p>
          <a:p>
            <a:pPr marL="0" indent="0">
              <a:buNone/>
            </a:pPr>
            <a:r>
              <a:rPr lang="en-US" sz="1400" dirty="0">
                <a:latin typeface="Times New Roman" panose="02020603050405020304" pitchFamily="18" charset="0"/>
                <a:cs typeface="Times New Roman" panose="02020603050405020304" pitchFamily="18" charset="0"/>
              </a:rPr>
              <a:t>&lt;meta name="viewport" content="width=device-width, initial-scale=1.0"&gt;</a:t>
            </a:r>
          </a:p>
          <a:p>
            <a:pPr marL="0" indent="0">
              <a:buNone/>
            </a:pPr>
            <a:r>
              <a:rPr lang="en-US" sz="1400" dirty="0">
                <a:latin typeface="Times New Roman" panose="02020603050405020304" pitchFamily="18" charset="0"/>
                <a:cs typeface="Times New Roman" panose="02020603050405020304" pitchFamily="18" charset="0"/>
              </a:rPr>
              <a:t>&lt;title&gt;Travel Booking Agency Website&lt;/title&gt;</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&lt;style&gt;</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margin:0;</a:t>
            </a:r>
          </a:p>
          <a:p>
            <a:pPr marL="0" indent="0">
              <a:buNone/>
            </a:pPr>
            <a:r>
              <a:rPr lang="en-US" sz="1400" dirty="0">
                <a:latin typeface="Times New Roman" panose="02020603050405020304" pitchFamily="18" charset="0"/>
                <a:cs typeface="Times New Roman" panose="02020603050405020304" pitchFamily="18" charset="0"/>
              </a:rPr>
              <a:t>padding:0;</a:t>
            </a:r>
          </a:p>
          <a:p>
            <a:pPr marL="0" indent="0">
              <a:buNone/>
            </a:pPr>
            <a:r>
              <a:rPr lang="en-US" sz="1400" dirty="0" err="1">
                <a:latin typeface="Times New Roman" panose="02020603050405020304" pitchFamily="18" charset="0"/>
                <a:cs typeface="Times New Roman" panose="02020603050405020304" pitchFamily="18" charset="0"/>
              </a:rPr>
              <a:t>box-sizing:border-box</a:t>
            </a:r>
            <a:r>
              <a:rPr lang="en-US" sz="1400" dirty="0">
                <a:latin typeface="Times New Roman" panose="02020603050405020304" pitchFamily="18" charset="0"/>
                <a:cs typeface="Times New Roman" panose="02020603050405020304" pitchFamily="18" charset="0"/>
              </a:rPr>
              <a:t>;</a:t>
            </a:r>
          </a:p>
          <a:p>
            <a:pPr marL="0" indent="0">
              <a:buNone/>
            </a:pPr>
            <a:r>
              <a:rPr lang="en-US" sz="1400" dirty="0" err="1">
                <a:latin typeface="Times New Roman" panose="02020603050405020304" pitchFamily="18" charset="0"/>
                <a:cs typeface="Times New Roman" panose="02020603050405020304" pitchFamily="18" charset="0"/>
              </a:rPr>
              <a:t>font-family:Arial</a:t>
            </a:r>
            <a:r>
              <a:rPr lang="en-US" sz="1400" dirty="0">
                <a:latin typeface="Times New Roman" panose="02020603050405020304" pitchFamily="18" charset="0"/>
                <a:cs typeface="Times New Roman" panose="02020603050405020304" pitchFamily="18" charset="0"/>
              </a:rPr>
              <a:t>, Helvetica, sans-serif;</a:t>
            </a:r>
          </a:p>
          <a:p>
            <a:pPr marL="0" indent="0">
              <a:buNone/>
            </a:pPr>
            <a:r>
              <a:rPr lang="en-US" sz="1400" dirty="0">
                <a:latin typeface="Times New Roman" panose="02020603050405020304" pitchFamily="18" charset="0"/>
                <a:cs typeface="Times New Roman" panose="02020603050405020304" pitchFamily="18" charset="0"/>
              </a:rPr>
              <a:t>}</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body{</a:t>
            </a:r>
          </a:p>
          <a:p>
            <a:pPr marL="0" indent="0">
              <a:buNone/>
            </a:pPr>
            <a:r>
              <a:rPr lang="en-US" sz="1400" dirty="0">
                <a:latin typeface="Times New Roman" panose="02020603050405020304" pitchFamily="18" charset="0"/>
                <a:cs typeface="Times New Roman" panose="02020603050405020304" pitchFamily="18" charset="0"/>
              </a:rPr>
              <a:t>line-height:1.6;</a:t>
            </a:r>
          </a:p>
          <a:p>
            <a:pPr marL="0" indent="0">
              <a:buNone/>
            </a:pPr>
            <a:r>
              <a:rPr lang="en-US" sz="1400" dirty="0">
                <a:latin typeface="Times New Roman" panose="02020603050405020304" pitchFamily="18" charset="0"/>
                <a:cs typeface="Times New Roman" panose="02020603050405020304" pitchFamily="18" charset="0"/>
              </a:rPr>
              <a:t>color:#333;</a:t>
            </a:r>
          </a:p>
          <a:p>
            <a:pPr marL="0" indent="0">
              <a:buNone/>
            </a:pPr>
            <a:r>
              <a:rPr lang="en-US" sz="1400"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header{</a:t>
            </a:r>
          </a:p>
          <a:p>
            <a:pPr marL="0" indent="0">
              <a:buNone/>
            </a:pPr>
            <a:r>
              <a:rPr lang="en-US" sz="1400" dirty="0" err="1">
                <a:latin typeface="Times New Roman" panose="02020603050405020304" pitchFamily="18" charset="0"/>
                <a:cs typeface="Times New Roman" panose="02020603050405020304" pitchFamily="18" charset="0"/>
              </a:rPr>
              <a:t>background:url</a:t>
            </a:r>
            <a:r>
              <a:rPr lang="en-US" sz="1400" dirty="0">
                <a:latin typeface="Times New Roman" panose="02020603050405020304" pitchFamily="18" charset="0"/>
                <a:cs typeface="Times New Roman" panose="02020603050405020304" pitchFamily="18" charset="0"/>
              </a:rPr>
              <a:t>('https://images.unsplash.com/photo-1507525428034-b723cf961d3e') no-repeat center center/cover;</a:t>
            </a:r>
          </a:p>
          <a:p>
            <a:pPr marL="0" indent="0">
              <a:buNone/>
            </a:pPr>
            <a:r>
              <a:rPr lang="en-US" sz="1400" dirty="0">
                <a:latin typeface="Times New Roman" panose="02020603050405020304" pitchFamily="18" charset="0"/>
                <a:cs typeface="Times New Roman" panose="02020603050405020304" pitchFamily="18" charset="0"/>
              </a:rPr>
              <a:t>height:90vh;</a:t>
            </a:r>
          </a:p>
          <a:p>
            <a:pPr marL="0" indent="0">
              <a:buNone/>
            </a:pPr>
            <a:r>
              <a:rPr lang="en-US" sz="1400" dirty="0" err="1">
                <a:latin typeface="Times New Roman" panose="02020603050405020304" pitchFamily="18" charset="0"/>
                <a:cs typeface="Times New Roman" panose="02020603050405020304" pitchFamily="18" charset="0"/>
              </a:rPr>
              <a:t>color:white</a:t>
            </a:r>
            <a:r>
              <a:rPr lang="en-US" sz="1400"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nav{</a:t>
            </a:r>
          </a:p>
          <a:p>
            <a:pPr marL="0" indent="0">
              <a:buNone/>
            </a:pPr>
            <a:r>
              <a:rPr lang="en-US" sz="1400" dirty="0" err="1">
                <a:latin typeface="Times New Roman" panose="02020603050405020304" pitchFamily="18" charset="0"/>
                <a:cs typeface="Times New Roman" panose="02020603050405020304" pitchFamily="18" charset="0"/>
              </a:rPr>
              <a:t>display:flex</a:t>
            </a:r>
            <a:r>
              <a:rPr lang="en-US" sz="1400" dirty="0">
                <a:latin typeface="Times New Roman" panose="02020603050405020304" pitchFamily="18" charset="0"/>
                <a:cs typeface="Times New Roman" panose="02020603050405020304" pitchFamily="18" charset="0"/>
              </a:rPr>
              <a:t>;</a:t>
            </a:r>
          </a:p>
          <a:p>
            <a:pPr marL="0" indent="0">
              <a:buNone/>
            </a:pPr>
            <a:r>
              <a:rPr lang="en-US" sz="1400" dirty="0" err="1">
                <a:latin typeface="Times New Roman" panose="02020603050405020304" pitchFamily="18" charset="0"/>
                <a:cs typeface="Times New Roman" panose="02020603050405020304" pitchFamily="18" charset="0"/>
              </a:rPr>
              <a:t>justify-content:space-between</a:t>
            </a:r>
            <a:r>
              <a:rPr lang="en-US" sz="1400" dirty="0">
                <a:latin typeface="Times New Roman" panose="02020603050405020304" pitchFamily="18" charset="0"/>
                <a:cs typeface="Times New Roman" panose="02020603050405020304" pitchFamily="18" charset="0"/>
              </a:rPr>
              <a:t>;</a:t>
            </a:r>
          </a:p>
          <a:p>
            <a:pPr marL="0" indent="0">
              <a:buNone/>
            </a:pPr>
            <a:r>
              <a:rPr lang="en-US" sz="1400" dirty="0" err="1">
                <a:latin typeface="Times New Roman" panose="02020603050405020304" pitchFamily="18" charset="0"/>
                <a:cs typeface="Times New Roman" panose="02020603050405020304" pitchFamily="18" charset="0"/>
              </a:rPr>
              <a:t>align-items:center</a:t>
            </a:r>
            <a:r>
              <a:rPr lang="en-US" sz="1400"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padding:20px 60px;</a:t>
            </a:r>
          </a:p>
          <a:p>
            <a:pPr marL="0" indent="0">
              <a:buNone/>
            </a:pPr>
            <a:r>
              <a:rPr lang="en-US" sz="1400" dirty="0" err="1">
                <a:latin typeface="Times New Roman" panose="02020603050405020304" pitchFamily="18" charset="0"/>
                <a:cs typeface="Times New Roman" panose="02020603050405020304" pitchFamily="18" charset="0"/>
              </a:rPr>
              <a:t>background:rgba</a:t>
            </a:r>
            <a:r>
              <a:rPr lang="en-US" sz="1400" dirty="0">
                <a:latin typeface="Times New Roman" panose="02020603050405020304" pitchFamily="18" charset="0"/>
                <a:cs typeface="Times New Roman" panose="02020603050405020304" pitchFamily="18" charset="0"/>
              </a:rPr>
              <a:t>(0,0,0,0.5);</a:t>
            </a:r>
          </a:p>
          <a:p>
            <a:pPr marL="0" indent="0">
              <a:buNone/>
            </a:pPr>
            <a:r>
              <a:rPr lang="en-US" sz="1400" dirty="0">
                <a:latin typeface="Times New Roman" panose="02020603050405020304" pitchFamily="18" charset="0"/>
                <a:cs typeface="Times New Roman" panose="02020603050405020304" pitchFamily="18" charset="0"/>
              </a:rPr>
              <a:t>}</a:t>
            </a:r>
          </a:p>
        </p:txBody>
      </p:sp>
      <p:pic>
        <p:nvPicPr>
          <p:cNvPr id="4" name="Picture 8" descr="Top Universities India - Discover Vignan University with ...">
            <a:extLst>
              <a:ext uri="{FF2B5EF4-FFF2-40B4-BE49-F238E27FC236}">
                <a16:creationId xmlns:a16="http://schemas.microsoft.com/office/drawing/2014/main" id="{8EBA8D2B-7D86-72F8-FCA1-EFB5451FA3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DDEE784-1F97-0DF7-7E99-E2CBC5DE1C59}"/>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B0BA06C-CA06-3B0B-BBEA-C3928C92D23D}"/>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8" name="TextBox 7">
            <a:extLst>
              <a:ext uri="{FF2B5EF4-FFF2-40B4-BE49-F238E27FC236}">
                <a16:creationId xmlns:a16="http://schemas.microsoft.com/office/drawing/2014/main" id="{5FBE77F3-A230-A399-D7CE-BC6C64F0F900}"/>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305349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10BD6F-DD20-2B97-3BE9-26EB6AC4C3F3}"/>
              </a:ext>
            </a:extLst>
          </p:cNvPr>
          <p:cNvSpPr>
            <a:spLocks noGrp="1"/>
          </p:cNvSpPr>
          <p:nvPr>
            <p:ph idx="1"/>
          </p:nvPr>
        </p:nvSpPr>
        <p:spPr>
          <a:xfrm>
            <a:off x="303639" y="393803"/>
            <a:ext cx="10699254" cy="6070393"/>
          </a:xfrm>
        </p:spPr>
        <p:txBody>
          <a:bodyPr numCol="2">
            <a:noAutofit/>
          </a:bodyPr>
          <a:lstStyle/>
          <a:p>
            <a:pPr marL="0" indent="0">
              <a:buNone/>
            </a:pPr>
            <a:r>
              <a:rPr lang="en-IN" sz="1600" dirty="0">
                <a:latin typeface="Times New Roman" panose="02020603050405020304" pitchFamily="18" charset="0"/>
                <a:cs typeface="Times New Roman" panose="02020603050405020304" pitchFamily="18" charset="0"/>
              </a:rPr>
              <a:t>nav h1{</a:t>
            </a:r>
          </a:p>
          <a:p>
            <a:pPr marL="0" indent="0">
              <a:buNone/>
            </a:pPr>
            <a:r>
              <a:rPr lang="en-IN" sz="1600" dirty="0">
                <a:latin typeface="Times New Roman" panose="02020603050405020304" pitchFamily="18" charset="0"/>
                <a:cs typeface="Times New Roman" panose="02020603050405020304" pitchFamily="18" charset="0"/>
              </a:rPr>
              <a:t>font-size:28px;</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nav ul{</a:t>
            </a:r>
          </a:p>
          <a:p>
            <a:pPr marL="0" indent="0">
              <a:buNone/>
            </a:pPr>
            <a:r>
              <a:rPr lang="en-IN" sz="1600" dirty="0" err="1">
                <a:latin typeface="Times New Roman" panose="02020603050405020304" pitchFamily="18" charset="0"/>
                <a:cs typeface="Times New Roman" panose="02020603050405020304" pitchFamily="18" charset="0"/>
              </a:rPr>
              <a:t>list-style:none</a:t>
            </a:r>
            <a:r>
              <a:rPr lang="en-IN" sz="1600" dirty="0">
                <a:latin typeface="Times New Roman" panose="02020603050405020304" pitchFamily="18" charset="0"/>
                <a:cs typeface="Times New Roman" panose="02020603050405020304" pitchFamily="18" charset="0"/>
              </a:rPr>
              <a:t>;</a:t>
            </a:r>
          </a:p>
          <a:p>
            <a:pPr marL="0" indent="0">
              <a:buNone/>
            </a:pPr>
            <a:r>
              <a:rPr lang="en-IN" sz="1600" dirty="0" err="1">
                <a:latin typeface="Times New Roman" panose="02020603050405020304" pitchFamily="18" charset="0"/>
                <a:cs typeface="Times New Roman" panose="02020603050405020304" pitchFamily="18" charset="0"/>
              </a:rPr>
              <a:t>display:flex</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nav ul li{</a:t>
            </a:r>
          </a:p>
          <a:p>
            <a:pPr marL="0" indent="0">
              <a:buNone/>
            </a:pPr>
            <a:r>
              <a:rPr lang="en-IN" sz="1600" dirty="0">
                <a:latin typeface="Times New Roman" panose="02020603050405020304" pitchFamily="18" charset="0"/>
                <a:cs typeface="Times New Roman" panose="02020603050405020304" pitchFamily="18" charset="0"/>
              </a:rPr>
              <a:t>margin-left:20px;</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nav ul li a{</a:t>
            </a:r>
          </a:p>
          <a:p>
            <a:pPr marL="0" indent="0">
              <a:buNone/>
            </a:pPr>
            <a:r>
              <a:rPr lang="en-IN" sz="1600" dirty="0" err="1">
                <a:latin typeface="Times New Roman" panose="02020603050405020304" pitchFamily="18" charset="0"/>
                <a:cs typeface="Times New Roman" panose="02020603050405020304" pitchFamily="18" charset="0"/>
              </a:rPr>
              <a:t>color:white</a:t>
            </a:r>
            <a:r>
              <a:rPr lang="en-IN" sz="1600" dirty="0">
                <a:latin typeface="Times New Roman" panose="02020603050405020304" pitchFamily="18" charset="0"/>
                <a:cs typeface="Times New Roman" panose="02020603050405020304" pitchFamily="18" charset="0"/>
              </a:rPr>
              <a:t>;</a:t>
            </a:r>
          </a:p>
          <a:p>
            <a:pPr marL="0" indent="0">
              <a:buNone/>
            </a:pPr>
            <a:r>
              <a:rPr lang="en-IN" sz="1600" dirty="0" err="1">
                <a:latin typeface="Times New Roman" panose="02020603050405020304" pitchFamily="18" charset="0"/>
                <a:cs typeface="Times New Roman" panose="02020603050405020304" pitchFamily="18" charset="0"/>
              </a:rPr>
              <a:t>text-decoration:none</a:t>
            </a:r>
            <a:r>
              <a:rPr lang="en-IN" sz="1600" dirty="0">
                <a:latin typeface="Times New Roman" panose="02020603050405020304" pitchFamily="18" charset="0"/>
                <a:cs typeface="Times New Roman" panose="02020603050405020304" pitchFamily="18" charset="0"/>
              </a:rPr>
              <a:t>;</a:t>
            </a:r>
          </a:p>
          <a:p>
            <a:pPr marL="0" indent="0">
              <a:buNone/>
            </a:pPr>
            <a:r>
              <a:rPr lang="en-IN" sz="1600" dirty="0" err="1">
                <a:latin typeface="Times New Roman" panose="02020603050405020304" pitchFamily="18" charset="0"/>
                <a:cs typeface="Times New Roman" panose="02020603050405020304" pitchFamily="18" charset="0"/>
              </a:rPr>
              <a:t>font-weight:bold</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nav ul li a:hover</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err="1">
                <a:latin typeface="Times New Roman" panose="02020603050405020304" pitchFamily="18" charset="0"/>
                <a:cs typeface="Times New Roman" panose="02020603050405020304" pitchFamily="18" charset="0"/>
              </a:rPr>
              <a:t>color</a:t>
            </a:r>
            <a:r>
              <a:rPr lang="en-IN" sz="1600" dirty="0">
                <a:latin typeface="Times New Roman" panose="02020603050405020304" pitchFamily="18" charset="0"/>
                <a:cs typeface="Times New Roman" panose="02020603050405020304" pitchFamily="18" charset="0"/>
              </a:rPr>
              <a:t>:#ff9800;</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.hero{</a:t>
            </a:r>
          </a:p>
          <a:p>
            <a:pPr marL="0" indent="0">
              <a:buNone/>
            </a:pPr>
            <a:r>
              <a:rPr lang="en-IN" sz="1600" dirty="0">
                <a:latin typeface="Times New Roman" panose="02020603050405020304" pitchFamily="18" charset="0"/>
                <a:cs typeface="Times New Roman" panose="02020603050405020304" pitchFamily="18" charset="0"/>
              </a:rPr>
              <a:t>height:80%;</a:t>
            </a:r>
          </a:p>
          <a:p>
            <a:pPr marL="0" indent="0">
              <a:buNone/>
            </a:pPr>
            <a:r>
              <a:rPr lang="en-IN" sz="1600" dirty="0" err="1">
                <a:latin typeface="Times New Roman" panose="02020603050405020304" pitchFamily="18" charset="0"/>
                <a:cs typeface="Times New Roman" panose="02020603050405020304" pitchFamily="18" charset="0"/>
              </a:rPr>
              <a:t>display:flex</a:t>
            </a:r>
            <a:r>
              <a:rPr lang="en-IN" sz="1600" dirty="0">
                <a:latin typeface="Times New Roman" panose="02020603050405020304" pitchFamily="18" charset="0"/>
                <a:cs typeface="Times New Roman" panose="02020603050405020304" pitchFamily="18" charset="0"/>
              </a:rPr>
              <a:t>;</a:t>
            </a:r>
          </a:p>
          <a:p>
            <a:pPr marL="0" indent="0">
              <a:buNone/>
            </a:pPr>
            <a:r>
              <a:rPr lang="en-IN" sz="1600" dirty="0" err="1">
                <a:latin typeface="Times New Roman" panose="02020603050405020304" pitchFamily="18" charset="0"/>
                <a:cs typeface="Times New Roman" panose="02020603050405020304" pitchFamily="18" charset="0"/>
              </a:rPr>
              <a:t>align-items:center</a:t>
            </a:r>
            <a:r>
              <a:rPr lang="en-IN" sz="1600" dirty="0">
                <a:latin typeface="Times New Roman" panose="02020603050405020304" pitchFamily="18" charset="0"/>
                <a:cs typeface="Times New Roman" panose="02020603050405020304" pitchFamily="18" charset="0"/>
              </a:rPr>
              <a:t>;</a:t>
            </a:r>
          </a:p>
          <a:p>
            <a:pPr marL="0" indent="0">
              <a:buNone/>
            </a:pPr>
            <a:r>
              <a:rPr lang="en-IN" sz="1600" dirty="0" err="1">
                <a:latin typeface="Times New Roman" panose="02020603050405020304" pitchFamily="18" charset="0"/>
                <a:cs typeface="Times New Roman" panose="02020603050405020304" pitchFamily="18" charset="0"/>
              </a:rPr>
              <a:t>justify-content:center</a:t>
            </a:r>
            <a:r>
              <a:rPr lang="en-IN" sz="1600" dirty="0">
                <a:latin typeface="Times New Roman" panose="02020603050405020304" pitchFamily="18" charset="0"/>
                <a:cs typeface="Times New Roman" panose="02020603050405020304" pitchFamily="18" charset="0"/>
              </a:rPr>
              <a:t>;</a:t>
            </a:r>
          </a:p>
          <a:p>
            <a:pPr marL="0" indent="0">
              <a:buNone/>
            </a:pPr>
            <a:r>
              <a:rPr lang="en-IN" sz="1600" dirty="0" err="1">
                <a:latin typeface="Times New Roman" panose="02020603050405020304" pitchFamily="18" charset="0"/>
                <a:cs typeface="Times New Roman" panose="02020603050405020304" pitchFamily="18" charset="0"/>
              </a:rPr>
              <a:t>text-align:center</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.hero h2{</a:t>
            </a:r>
          </a:p>
          <a:p>
            <a:pPr marL="0" indent="0">
              <a:buNone/>
            </a:pPr>
            <a:r>
              <a:rPr lang="en-IN" sz="1600" dirty="0">
                <a:latin typeface="Times New Roman" panose="02020603050405020304" pitchFamily="18" charset="0"/>
                <a:cs typeface="Times New Roman" panose="02020603050405020304" pitchFamily="18" charset="0"/>
              </a:rPr>
              <a:t>font-size:48px;</a:t>
            </a:r>
          </a:p>
          <a:p>
            <a:pPr marL="0" indent="0">
              <a:buNone/>
            </a:pPr>
            <a:r>
              <a:rPr lang="en-IN" sz="1600" dirty="0">
                <a:latin typeface="Times New Roman" panose="02020603050405020304" pitchFamily="18" charset="0"/>
                <a:cs typeface="Times New Roman" panose="02020603050405020304" pitchFamily="18" charset="0"/>
              </a:rPr>
              <a:t>margin-bottom:15px;</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.hero p{</a:t>
            </a:r>
          </a:p>
          <a:p>
            <a:pPr marL="0" indent="0">
              <a:buNone/>
            </a:pPr>
            <a:r>
              <a:rPr lang="en-IN" sz="1600" dirty="0">
                <a:latin typeface="Times New Roman" panose="02020603050405020304" pitchFamily="18" charset="0"/>
                <a:cs typeface="Times New Roman" panose="02020603050405020304" pitchFamily="18" charset="0"/>
              </a:rPr>
              <a:t>font-size:20px;</a:t>
            </a:r>
          </a:p>
          <a:p>
            <a:pPr marL="0" indent="0">
              <a:buNone/>
            </a:pPr>
            <a:r>
              <a:rPr lang="en-IN" sz="1600" dirty="0">
                <a:latin typeface="Times New Roman" panose="02020603050405020304" pitchFamily="18" charset="0"/>
                <a:cs typeface="Times New Roman" panose="02020603050405020304" pitchFamily="18" charset="0"/>
              </a:rPr>
              <a:t>margin-bottom:25px;</a:t>
            </a:r>
          </a:p>
          <a:p>
            <a:pPr marL="0" indent="0">
              <a:buNone/>
            </a:pPr>
            <a:r>
              <a:rPr lang="en-IN" sz="1600" dirty="0">
                <a:latin typeface="Times New Roman" panose="02020603050405020304" pitchFamily="18" charset="0"/>
                <a:cs typeface="Times New Roman" panose="02020603050405020304" pitchFamily="18" charset="0"/>
              </a:rPr>
              <a:t>}</a:t>
            </a:r>
          </a:p>
        </p:txBody>
      </p:sp>
      <p:pic>
        <p:nvPicPr>
          <p:cNvPr id="4" name="Picture 8" descr="Top Universities India - Discover Vignan University with ...">
            <a:extLst>
              <a:ext uri="{FF2B5EF4-FFF2-40B4-BE49-F238E27FC236}">
                <a16:creationId xmlns:a16="http://schemas.microsoft.com/office/drawing/2014/main" id="{110E7E55-D409-11BE-36BA-B1C3A77B6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7B4D879-F627-5357-21BA-0F56F98E6254}"/>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0EDBABB-D75B-45BE-E3B6-008719B99905}"/>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10" name="TextBox 9">
            <a:extLst>
              <a:ext uri="{FF2B5EF4-FFF2-40B4-BE49-F238E27FC236}">
                <a16:creationId xmlns:a16="http://schemas.microsoft.com/office/drawing/2014/main" id="{F87D2020-7C1D-3D2B-D4FD-B7FD516382D1}"/>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1139451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AF259A-712A-7A99-C50D-B76598F728DC}"/>
              </a:ext>
            </a:extLst>
          </p:cNvPr>
          <p:cNvSpPr>
            <a:spLocks noGrp="1"/>
          </p:cNvSpPr>
          <p:nvPr>
            <p:ph idx="1"/>
          </p:nvPr>
        </p:nvSpPr>
        <p:spPr>
          <a:xfrm>
            <a:off x="290291" y="268343"/>
            <a:ext cx="10079005" cy="6126885"/>
          </a:xfrm>
        </p:spPr>
        <p:txBody>
          <a:bodyPr numCol="2">
            <a:noAutofit/>
          </a:bodyPr>
          <a:lstStyle/>
          <a:p>
            <a:pPr marL="0" indent="0">
              <a:buNone/>
            </a:pP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btn</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padding:12px 25px;</a:t>
            </a:r>
          </a:p>
          <a:p>
            <a:pPr marL="0" indent="0">
              <a:buNone/>
            </a:pPr>
            <a:r>
              <a:rPr lang="en-IN" sz="1600" dirty="0">
                <a:latin typeface="Times New Roman" panose="02020603050405020304" pitchFamily="18" charset="0"/>
                <a:cs typeface="Times New Roman" panose="02020603050405020304" pitchFamily="18" charset="0"/>
              </a:rPr>
              <a:t>background:#ff9800;</a:t>
            </a:r>
          </a:p>
          <a:p>
            <a:pPr marL="0" indent="0">
              <a:buNone/>
            </a:pPr>
            <a:r>
              <a:rPr lang="en-IN" sz="1600" dirty="0" err="1">
                <a:latin typeface="Times New Roman" panose="02020603050405020304" pitchFamily="18" charset="0"/>
                <a:cs typeface="Times New Roman" panose="02020603050405020304" pitchFamily="18" charset="0"/>
              </a:rPr>
              <a:t>color:white</a:t>
            </a:r>
            <a:r>
              <a:rPr lang="en-IN" sz="1600" dirty="0">
                <a:latin typeface="Times New Roman" panose="02020603050405020304" pitchFamily="18" charset="0"/>
                <a:cs typeface="Times New Roman" panose="02020603050405020304" pitchFamily="18" charset="0"/>
              </a:rPr>
              <a:t>;</a:t>
            </a:r>
          </a:p>
          <a:p>
            <a:pPr marL="0" indent="0">
              <a:buNone/>
            </a:pPr>
            <a:r>
              <a:rPr lang="en-IN" sz="1600" dirty="0" err="1">
                <a:latin typeface="Times New Roman" panose="02020603050405020304" pitchFamily="18" charset="0"/>
                <a:cs typeface="Times New Roman" panose="02020603050405020304" pitchFamily="18" charset="0"/>
              </a:rPr>
              <a:t>text-decoration:none</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border-radius:5px;</a:t>
            </a:r>
          </a:p>
          <a:p>
            <a:pPr marL="0" indent="0">
              <a:buNone/>
            </a:pPr>
            <a:r>
              <a:rPr lang="en-IN" sz="1600" dirty="0" err="1">
                <a:latin typeface="Times New Roman" panose="02020603050405020304" pitchFamily="18" charset="0"/>
                <a:cs typeface="Times New Roman" panose="02020603050405020304" pitchFamily="18" charset="0"/>
              </a:rPr>
              <a:t>border:none</a:t>
            </a:r>
            <a:r>
              <a:rPr lang="en-IN" sz="1600" dirty="0">
                <a:latin typeface="Times New Roman" panose="02020603050405020304" pitchFamily="18" charset="0"/>
                <a:cs typeface="Times New Roman" panose="02020603050405020304" pitchFamily="18" charset="0"/>
              </a:rPr>
              <a:t>;</a:t>
            </a:r>
          </a:p>
          <a:p>
            <a:pPr marL="0" indent="0">
              <a:buNone/>
            </a:pPr>
            <a:r>
              <a:rPr lang="en-IN" sz="1600" dirty="0" err="1">
                <a:latin typeface="Times New Roman" panose="02020603050405020304" pitchFamily="18" charset="0"/>
                <a:cs typeface="Times New Roman" panose="02020603050405020304" pitchFamily="18" charset="0"/>
              </a:rPr>
              <a:t>cursor:pointer</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section{</a:t>
            </a:r>
          </a:p>
          <a:p>
            <a:pPr marL="0" indent="0">
              <a:buNone/>
            </a:pPr>
            <a:r>
              <a:rPr lang="en-IN" sz="1600" dirty="0">
                <a:latin typeface="Times New Roman" panose="02020603050405020304" pitchFamily="18" charset="0"/>
                <a:cs typeface="Times New Roman" panose="02020603050405020304" pitchFamily="18" charset="0"/>
              </a:rPr>
              <a:t>padding:60px;</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.section-title{</a:t>
            </a:r>
          </a:p>
          <a:p>
            <a:pPr marL="0" indent="0">
              <a:buNone/>
            </a:pPr>
            <a:r>
              <a:rPr lang="en-IN" sz="1600" dirty="0" err="1">
                <a:latin typeface="Times New Roman" panose="02020603050405020304" pitchFamily="18" charset="0"/>
                <a:cs typeface="Times New Roman" panose="02020603050405020304" pitchFamily="18" charset="0"/>
              </a:rPr>
              <a:t>text-align:center</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margin-bottom:40px;</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 DESTINATIONS */</a:t>
            </a:r>
          </a:p>
          <a:p>
            <a:pPr marL="0" indent="0">
              <a:buNone/>
            </a:pPr>
            <a:r>
              <a:rPr lang="en-IN" sz="1600" dirty="0">
                <a:latin typeface="Times New Roman" panose="02020603050405020304" pitchFamily="18" charset="0"/>
                <a:cs typeface="Times New Roman" panose="02020603050405020304" pitchFamily="18" charset="0"/>
              </a:rPr>
              <a:t>.destinations,</a:t>
            </a:r>
          </a:p>
          <a:p>
            <a:pPr marL="0" indent="0">
              <a:buNone/>
            </a:pPr>
            <a:r>
              <a:rPr lang="en-IN" sz="1600" dirty="0">
                <a:latin typeface="Times New Roman" panose="02020603050405020304" pitchFamily="18" charset="0"/>
                <a:cs typeface="Times New Roman" panose="02020603050405020304" pitchFamily="18" charset="0"/>
              </a:rPr>
              <a:t>.services{</a:t>
            </a:r>
          </a:p>
          <a:p>
            <a:pPr marL="0" indent="0">
              <a:buNone/>
            </a:pPr>
            <a:r>
              <a:rPr lang="en-IN" sz="1600" dirty="0" err="1">
                <a:latin typeface="Times New Roman" panose="02020603050405020304" pitchFamily="18" charset="0"/>
                <a:cs typeface="Times New Roman" panose="02020603050405020304" pitchFamily="18" charset="0"/>
              </a:rPr>
              <a:t>display:grid</a:t>
            </a:r>
            <a:r>
              <a:rPr lang="en-IN" sz="1600" dirty="0">
                <a:latin typeface="Times New Roman" panose="02020603050405020304" pitchFamily="18" charset="0"/>
                <a:cs typeface="Times New Roman" panose="02020603050405020304" pitchFamily="18" charset="0"/>
              </a:rPr>
              <a:t>;</a:t>
            </a:r>
          </a:p>
          <a:p>
            <a:pPr marL="0" indent="0">
              <a:buNone/>
            </a:pPr>
            <a:r>
              <a:rPr lang="en-IN" sz="1600" dirty="0" err="1">
                <a:latin typeface="Times New Roman" panose="02020603050405020304" pitchFamily="18" charset="0"/>
                <a:cs typeface="Times New Roman" panose="02020603050405020304" pitchFamily="18" charset="0"/>
              </a:rPr>
              <a:t>grid-template-columns:repeat</a:t>
            </a:r>
            <a:r>
              <a:rPr lang="en-IN" sz="1600" dirty="0">
                <a:latin typeface="Times New Roman" panose="02020603050405020304" pitchFamily="18" charset="0"/>
                <a:cs typeface="Times New Roman" panose="02020603050405020304" pitchFamily="18" charset="0"/>
              </a:rPr>
              <a:t>(auto-</a:t>
            </a:r>
            <a:r>
              <a:rPr lang="en-IN" sz="1600" dirty="0" err="1">
                <a:latin typeface="Times New Roman" panose="02020603050405020304" pitchFamily="18" charset="0"/>
                <a:cs typeface="Times New Roman" panose="02020603050405020304" pitchFamily="18" charset="0"/>
              </a:rPr>
              <a:t>fit,minmax</a:t>
            </a:r>
            <a:r>
              <a:rPr lang="en-IN" sz="1600" dirty="0">
                <a:latin typeface="Times New Roman" panose="02020603050405020304" pitchFamily="18" charset="0"/>
                <a:cs typeface="Times New Roman" panose="02020603050405020304" pitchFamily="18" charset="0"/>
              </a:rPr>
              <a:t>(250px,1fr));</a:t>
            </a:r>
          </a:p>
          <a:p>
            <a:pPr marL="0" indent="0">
              <a:buNone/>
            </a:pPr>
            <a:r>
              <a:rPr lang="en-IN" sz="1600" dirty="0">
                <a:latin typeface="Times New Roman" panose="02020603050405020304" pitchFamily="18" charset="0"/>
                <a:cs typeface="Times New Roman" panose="02020603050405020304" pitchFamily="18" charset="0"/>
              </a:rPr>
              <a:t>gap:25px;</a:t>
            </a:r>
          </a:p>
          <a:p>
            <a:pPr marL="0" indent="0">
              <a:buNone/>
            </a:pPr>
            <a:r>
              <a:rPr lang="en-IN" sz="1600" dirty="0">
                <a:latin typeface="Times New Roman" panose="02020603050405020304" pitchFamily="18" charset="0"/>
                <a:cs typeface="Times New Roman" panose="02020603050405020304" pitchFamily="18" charset="0"/>
              </a:rPr>
              <a:t>max-width:1000px;</a:t>
            </a:r>
          </a:p>
          <a:p>
            <a:pPr marL="0" indent="0">
              <a:buNone/>
            </a:pPr>
            <a:r>
              <a:rPr lang="en-IN" sz="1600" dirty="0" err="1">
                <a:latin typeface="Times New Roman" panose="02020603050405020304" pitchFamily="18" charset="0"/>
                <a:cs typeface="Times New Roman" panose="02020603050405020304" pitchFamily="18" charset="0"/>
              </a:rPr>
              <a:t>margin:auto</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.card{</a:t>
            </a:r>
          </a:p>
          <a:p>
            <a:pPr marL="0" indent="0">
              <a:buNone/>
            </a:pPr>
            <a:r>
              <a:rPr lang="en-IN" sz="1600" dirty="0">
                <a:latin typeface="Times New Roman" panose="02020603050405020304" pitchFamily="18" charset="0"/>
                <a:cs typeface="Times New Roman" panose="02020603050405020304" pitchFamily="18" charset="0"/>
              </a:rPr>
              <a:t>border-radius:10px;</a:t>
            </a:r>
          </a:p>
          <a:p>
            <a:pPr marL="0" indent="0">
              <a:buNone/>
            </a:pPr>
            <a:r>
              <a:rPr lang="en-IN" sz="1600" dirty="0" err="1">
                <a:latin typeface="Times New Roman" panose="02020603050405020304" pitchFamily="18" charset="0"/>
                <a:cs typeface="Times New Roman" panose="02020603050405020304" pitchFamily="18" charset="0"/>
              </a:rPr>
              <a:t>overflow:hidden</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box-shadow:0 4px 10px </a:t>
            </a:r>
            <a:r>
              <a:rPr lang="en-IN" sz="1600" dirty="0" err="1">
                <a:latin typeface="Times New Roman" panose="02020603050405020304" pitchFamily="18" charset="0"/>
                <a:cs typeface="Times New Roman" panose="02020603050405020304" pitchFamily="18" charset="0"/>
              </a:rPr>
              <a:t>rgba</a:t>
            </a:r>
            <a:r>
              <a:rPr lang="en-IN" sz="1600" dirty="0">
                <a:latin typeface="Times New Roman" panose="02020603050405020304" pitchFamily="18" charset="0"/>
                <a:cs typeface="Times New Roman" panose="02020603050405020304" pitchFamily="18" charset="0"/>
              </a:rPr>
              <a:t>(0,0,0,0.1);</a:t>
            </a:r>
          </a:p>
          <a:p>
            <a:pPr marL="0" indent="0">
              <a:buNone/>
            </a:pPr>
            <a:r>
              <a:rPr lang="en-IN" sz="1600" dirty="0" err="1">
                <a:latin typeface="Times New Roman" panose="02020603050405020304" pitchFamily="18" charset="0"/>
                <a:cs typeface="Times New Roman" panose="02020603050405020304" pitchFamily="18" charset="0"/>
              </a:rPr>
              <a:t>background:white</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.card </a:t>
            </a:r>
            <a:r>
              <a:rPr lang="en-IN" sz="1600" dirty="0" err="1">
                <a:latin typeface="Times New Roman" panose="02020603050405020304" pitchFamily="18" charset="0"/>
                <a:cs typeface="Times New Roman" panose="02020603050405020304" pitchFamily="18" charset="0"/>
              </a:rPr>
              <a:t>img</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width:100%;</a:t>
            </a:r>
          </a:p>
          <a:p>
            <a:pPr marL="0" indent="0">
              <a:buNone/>
            </a:pPr>
            <a:r>
              <a:rPr lang="en-IN" sz="1600" dirty="0">
                <a:latin typeface="Times New Roman" panose="02020603050405020304" pitchFamily="18" charset="0"/>
                <a:cs typeface="Times New Roman" panose="02020603050405020304" pitchFamily="18" charset="0"/>
              </a:rPr>
              <a:t>height:180px;</a:t>
            </a:r>
          </a:p>
          <a:p>
            <a:pPr marL="0" indent="0">
              <a:buNone/>
            </a:pPr>
            <a:r>
              <a:rPr lang="en-IN" sz="1600" dirty="0">
                <a:latin typeface="Times New Roman" panose="02020603050405020304" pitchFamily="18" charset="0"/>
                <a:cs typeface="Times New Roman" panose="02020603050405020304" pitchFamily="18" charset="0"/>
              </a:rPr>
              <a:t>}</a:t>
            </a:r>
          </a:p>
        </p:txBody>
      </p:sp>
      <p:pic>
        <p:nvPicPr>
          <p:cNvPr id="4" name="Picture 8" descr="Top Universities India - Discover Vignan University with ...">
            <a:extLst>
              <a:ext uri="{FF2B5EF4-FFF2-40B4-BE49-F238E27FC236}">
                <a16:creationId xmlns:a16="http://schemas.microsoft.com/office/drawing/2014/main" id="{A005BB7D-84EB-DE87-A4B2-64CA92326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FADD241-1D26-8359-BE11-FFC7F24161DD}"/>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1E369C-F8EE-44A9-DC9B-37E612675A58}"/>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7" name="TextBox 6">
            <a:extLst>
              <a:ext uri="{FF2B5EF4-FFF2-40B4-BE49-F238E27FC236}">
                <a16:creationId xmlns:a16="http://schemas.microsoft.com/office/drawing/2014/main" id="{AC369DC8-BCC6-6DB5-65E1-5E32592B9428}"/>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3814806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AA4162-EA04-F04C-A3AD-BBBAFD39DB05}"/>
              </a:ext>
            </a:extLst>
          </p:cNvPr>
          <p:cNvSpPr>
            <a:spLocks noGrp="1"/>
          </p:cNvSpPr>
          <p:nvPr>
            <p:ph idx="1"/>
          </p:nvPr>
        </p:nvSpPr>
        <p:spPr>
          <a:xfrm>
            <a:off x="646907" y="555770"/>
            <a:ext cx="9603275" cy="5746459"/>
          </a:xfrm>
        </p:spPr>
        <p:txBody>
          <a:bodyPr numCol="2">
            <a:noAutofit/>
          </a:bodyPr>
          <a:lstStyle/>
          <a:p>
            <a:pPr marL="0" indent="0">
              <a:buNone/>
            </a:pPr>
            <a:r>
              <a:rPr lang="en-US" sz="1600" dirty="0">
                <a:latin typeface="Times New Roman" panose="02020603050405020304" pitchFamily="18" charset="0"/>
                <a:cs typeface="Times New Roman" panose="02020603050405020304" pitchFamily="18" charset="0"/>
              </a:rPr>
              <a:t>.card-content{</a:t>
            </a:r>
          </a:p>
          <a:p>
            <a:pPr marL="0" indent="0">
              <a:buNone/>
            </a:pPr>
            <a:r>
              <a:rPr lang="en-US" sz="1600" dirty="0">
                <a:latin typeface="Times New Roman" panose="02020603050405020304" pitchFamily="18" charset="0"/>
                <a:cs typeface="Times New Roman" panose="02020603050405020304" pitchFamily="18" charset="0"/>
              </a:rPr>
              <a:t>padding:20px;</a:t>
            </a:r>
          </a:p>
          <a:p>
            <a:pPr marL="0" indent="0">
              <a:buNone/>
            </a:pP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.about{</a:t>
            </a:r>
          </a:p>
          <a:p>
            <a:pPr marL="0" indent="0">
              <a:buNone/>
            </a:pPr>
            <a:r>
              <a:rPr lang="en-US" sz="1600" dirty="0">
                <a:latin typeface="Times New Roman" panose="02020603050405020304" pitchFamily="18" charset="0"/>
                <a:cs typeface="Times New Roman" panose="02020603050405020304" pitchFamily="18" charset="0"/>
              </a:rPr>
              <a:t>background:#f4f4f4;</a:t>
            </a:r>
          </a:p>
          <a:p>
            <a:pPr marL="0" indent="0">
              <a:buNone/>
            </a:pPr>
            <a:r>
              <a:rPr lang="en-US" sz="1600" dirty="0" err="1">
                <a:latin typeface="Times New Roman" panose="02020603050405020304" pitchFamily="18" charset="0"/>
                <a:cs typeface="Times New Roman" panose="02020603050405020304" pitchFamily="18" charset="0"/>
              </a:rPr>
              <a:t>text-align:center</a:t>
            </a: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.contact form{</a:t>
            </a:r>
          </a:p>
          <a:p>
            <a:pPr marL="0" indent="0">
              <a:buNone/>
            </a:pPr>
            <a:r>
              <a:rPr lang="en-US" sz="1600" dirty="0">
                <a:latin typeface="Times New Roman" panose="02020603050405020304" pitchFamily="18" charset="0"/>
                <a:cs typeface="Times New Roman" panose="02020603050405020304" pitchFamily="18" charset="0"/>
              </a:rPr>
              <a:t>max-width:500px;</a:t>
            </a:r>
          </a:p>
          <a:p>
            <a:pPr marL="0" indent="0">
              <a:buNone/>
            </a:pPr>
            <a:r>
              <a:rPr lang="en-US" sz="1600" dirty="0" err="1">
                <a:latin typeface="Times New Roman" panose="02020603050405020304" pitchFamily="18" charset="0"/>
                <a:cs typeface="Times New Roman" panose="02020603050405020304" pitchFamily="18" charset="0"/>
              </a:rPr>
              <a:t>margin:auto</a:t>
            </a:r>
            <a:r>
              <a:rPr lang="en-US" sz="1600" dirty="0">
                <a:latin typeface="Times New Roman" panose="02020603050405020304" pitchFamily="18" charset="0"/>
                <a:cs typeface="Times New Roman" panose="02020603050405020304" pitchFamily="18" charset="0"/>
              </a:rPr>
              <a:t>;</a:t>
            </a:r>
          </a:p>
          <a:p>
            <a:pPr marL="0" indent="0">
              <a:buNone/>
            </a:pPr>
            <a:r>
              <a:rPr lang="en-US" sz="1600" dirty="0" err="1">
                <a:latin typeface="Times New Roman" panose="02020603050405020304" pitchFamily="18" charset="0"/>
                <a:cs typeface="Times New Roman" panose="02020603050405020304" pitchFamily="18" charset="0"/>
              </a:rPr>
              <a:t>display:flex</a:t>
            </a:r>
            <a:r>
              <a:rPr lang="en-US" sz="1600" dirty="0">
                <a:latin typeface="Times New Roman" panose="02020603050405020304" pitchFamily="18" charset="0"/>
                <a:cs typeface="Times New Roman" panose="02020603050405020304" pitchFamily="18" charset="0"/>
              </a:rPr>
              <a:t>;</a:t>
            </a:r>
          </a:p>
          <a:p>
            <a:pPr marL="0" indent="0">
              <a:buNone/>
            </a:pPr>
            <a:r>
              <a:rPr lang="en-US" sz="1600" dirty="0" err="1">
                <a:latin typeface="Times New Roman" panose="02020603050405020304" pitchFamily="18" charset="0"/>
                <a:cs typeface="Times New Roman" panose="02020603050405020304" pitchFamily="18" charset="0"/>
              </a:rPr>
              <a:t>flex-direction:column</a:t>
            </a: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.contact input,</a:t>
            </a:r>
          </a:p>
          <a:p>
            <a:pPr marL="0" indent="0">
              <a:buNone/>
            </a:pPr>
            <a:r>
              <a:rPr lang="en-US" sz="1600" dirty="0">
                <a:latin typeface="Times New Roman" panose="02020603050405020304" pitchFamily="18" charset="0"/>
                <a:cs typeface="Times New Roman" panose="02020603050405020304" pitchFamily="18" charset="0"/>
              </a:rPr>
              <a:t>.contact </a:t>
            </a:r>
            <a:r>
              <a:rPr lang="en-US" sz="1600" dirty="0" err="1">
                <a:latin typeface="Times New Roman" panose="02020603050405020304" pitchFamily="18" charset="0"/>
                <a:cs typeface="Times New Roman" panose="02020603050405020304" pitchFamily="18" charset="0"/>
              </a:rPr>
              <a:t>textarea</a:t>
            </a: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padding:12px;</a:t>
            </a:r>
          </a:p>
          <a:p>
            <a:pPr marL="0" indent="0">
              <a:buNone/>
            </a:pPr>
            <a:r>
              <a:rPr lang="en-US" sz="1600" dirty="0">
                <a:latin typeface="Times New Roman" panose="02020603050405020304" pitchFamily="18" charset="0"/>
                <a:cs typeface="Times New Roman" panose="02020603050405020304" pitchFamily="18" charset="0"/>
              </a:rPr>
              <a:t>margin-bottom:15px;</a:t>
            </a:r>
          </a:p>
          <a:p>
            <a:pPr marL="0" indent="0">
              <a:buNone/>
            </a:pPr>
            <a:r>
              <a:rPr lang="en-US" sz="1600" dirty="0">
                <a:latin typeface="Times New Roman" panose="02020603050405020304" pitchFamily="18" charset="0"/>
                <a:cs typeface="Times New Roman" panose="02020603050405020304" pitchFamily="18" charset="0"/>
              </a:rPr>
              <a:t>border:1px solid #ccc;</a:t>
            </a:r>
          </a:p>
          <a:p>
            <a:pPr marL="0" indent="0">
              <a:buNone/>
            </a:pPr>
            <a:r>
              <a:rPr lang="en-US" sz="1600" dirty="0">
                <a:latin typeface="Times New Roman" panose="02020603050405020304" pitchFamily="18" charset="0"/>
                <a:cs typeface="Times New Roman" panose="02020603050405020304" pitchFamily="18" charset="0"/>
              </a:rPr>
              <a:t>border-radius:5px;</a:t>
            </a:r>
          </a:p>
          <a:p>
            <a:pPr marL="0" indent="0">
              <a:buNone/>
            </a:pP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footer{</a:t>
            </a:r>
          </a:p>
          <a:p>
            <a:pPr marL="0" indent="0">
              <a:buNone/>
            </a:pPr>
            <a:r>
              <a:rPr lang="en-US" sz="1600" dirty="0">
                <a:latin typeface="Times New Roman" panose="02020603050405020304" pitchFamily="18" charset="0"/>
                <a:cs typeface="Times New Roman" panose="02020603050405020304" pitchFamily="18" charset="0"/>
              </a:rPr>
              <a:t>background:#222;</a:t>
            </a:r>
          </a:p>
          <a:p>
            <a:pPr marL="0" indent="0">
              <a:buNone/>
            </a:pPr>
            <a:r>
              <a:rPr lang="en-US" sz="1600" dirty="0" err="1">
                <a:latin typeface="Times New Roman" panose="02020603050405020304" pitchFamily="18" charset="0"/>
                <a:cs typeface="Times New Roman" panose="02020603050405020304" pitchFamily="18" charset="0"/>
              </a:rPr>
              <a:t>color:white</a:t>
            </a:r>
            <a:r>
              <a:rPr lang="en-US" sz="1600" dirty="0">
                <a:latin typeface="Times New Roman" panose="02020603050405020304" pitchFamily="18" charset="0"/>
                <a:cs typeface="Times New Roman" panose="02020603050405020304" pitchFamily="18" charset="0"/>
              </a:rPr>
              <a:t>;</a:t>
            </a:r>
          </a:p>
          <a:p>
            <a:pPr marL="0" indent="0">
              <a:buNone/>
            </a:pPr>
            <a:r>
              <a:rPr lang="en-US" sz="1600" dirty="0" err="1">
                <a:latin typeface="Times New Roman" panose="02020603050405020304" pitchFamily="18" charset="0"/>
                <a:cs typeface="Times New Roman" panose="02020603050405020304" pitchFamily="18" charset="0"/>
              </a:rPr>
              <a:t>text-align:center</a:t>
            </a: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padding:20px;</a:t>
            </a:r>
          </a:p>
          <a:p>
            <a:pPr marL="0" indent="0">
              <a:buNone/>
            </a:pP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@media(max-width:768px){</a:t>
            </a:r>
          </a:p>
          <a:p>
            <a:pPr marL="0" indent="0">
              <a:buNone/>
            </a:pPr>
            <a:r>
              <a:rPr lang="en-US" sz="1600" dirty="0">
                <a:latin typeface="Times New Roman" panose="02020603050405020304" pitchFamily="18" charset="0"/>
                <a:cs typeface="Times New Roman" panose="02020603050405020304" pitchFamily="18" charset="0"/>
              </a:rPr>
              <a:t>nav{</a:t>
            </a:r>
          </a:p>
          <a:p>
            <a:pPr marL="0" indent="0">
              <a:buNone/>
            </a:pPr>
            <a:r>
              <a:rPr lang="en-US" sz="1600" dirty="0" err="1">
                <a:latin typeface="Times New Roman" panose="02020603050405020304" pitchFamily="18" charset="0"/>
                <a:cs typeface="Times New Roman" panose="02020603050405020304" pitchFamily="18" charset="0"/>
              </a:rPr>
              <a:t>flex-direction:column</a:t>
            </a: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&lt;/style&gt;</a:t>
            </a:r>
          </a:p>
        </p:txBody>
      </p:sp>
      <p:pic>
        <p:nvPicPr>
          <p:cNvPr id="4" name="Picture 8" descr="Top Universities India - Discover Vignan University with ...">
            <a:extLst>
              <a:ext uri="{FF2B5EF4-FFF2-40B4-BE49-F238E27FC236}">
                <a16:creationId xmlns:a16="http://schemas.microsoft.com/office/drawing/2014/main" id="{3FCFBAF5-A0F9-2E22-3AB6-9E70A4858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4027B32-8168-AFDB-EBC7-4FD832AD684B}"/>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00F3A86-B19F-2830-5222-B8E36FD7E7D6}"/>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7" name="TextBox 6">
            <a:extLst>
              <a:ext uri="{FF2B5EF4-FFF2-40B4-BE49-F238E27FC236}">
                <a16:creationId xmlns:a16="http://schemas.microsoft.com/office/drawing/2014/main" id="{E9D1ED08-9290-FDA7-9FBE-A369977506D3}"/>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1426052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65508B-F295-DD48-BA07-59F5B633A133}"/>
              </a:ext>
            </a:extLst>
          </p:cNvPr>
          <p:cNvSpPr>
            <a:spLocks noGrp="1"/>
          </p:cNvSpPr>
          <p:nvPr>
            <p:ph idx="1"/>
          </p:nvPr>
        </p:nvSpPr>
        <p:spPr>
          <a:xfrm>
            <a:off x="308579" y="484405"/>
            <a:ext cx="9603275" cy="6073629"/>
          </a:xfrm>
        </p:spPr>
        <p:txBody>
          <a:bodyPr numCol="2">
            <a:normAutofit/>
          </a:bodyPr>
          <a:lstStyle/>
          <a:p>
            <a:pPr marL="0" indent="0">
              <a:buNone/>
            </a:pPr>
            <a:r>
              <a:rPr lang="en-US" sz="1600" dirty="0">
                <a:latin typeface="Times New Roman" panose="02020603050405020304" pitchFamily="18" charset="0"/>
                <a:cs typeface="Times New Roman" panose="02020603050405020304" pitchFamily="18" charset="0"/>
              </a:rPr>
              <a:t>&lt;/head&gt;</a:t>
            </a:r>
          </a:p>
          <a:p>
            <a:pPr marL="0" indent="0">
              <a:buNone/>
            </a:pPr>
            <a:r>
              <a:rPr lang="en-US" sz="1600" dirty="0">
                <a:latin typeface="Times New Roman" panose="02020603050405020304" pitchFamily="18" charset="0"/>
                <a:cs typeface="Times New Roman" panose="02020603050405020304" pitchFamily="18" charset="0"/>
              </a:rPr>
              <a:t>&lt;body&gt;</a:t>
            </a:r>
          </a:p>
          <a:p>
            <a:pPr marL="0" indent="0">
              <a:buNone/>
            </a:pPr>
            <a:r>
              <a:rPr lang="en-US" sz="1600" dirty="0">
                <a:latin typeface="Times New Roman" panose="02020603050405020304" pitchFamily="18" charset="0"/>
                <a:cs typeface="Times New Roman" panose="02020603050405020304" pitchFamily="18" charset="0"/>
              </a:rPr>
              <a:t>&lt;header&gt;</a:t>
            </a:r>
          </a:p>
          <a:p>
            <a:pPr marL="0" indent="0">
              <a:buNone/>
            </a:pPr>
            <a:r>
              <a:rPr lang="en-US" sz="1600" dirty="0">
                <a:latin typeface="Times New Roman" panose="02020603050405020304" pitchFamily="18" charset="0"/>
                <a:cs typeface="Times New Roman" panose="02020603050405020304" pitchFamily="18" charset="0"/>
              </a:rPr>
              <a:t>&lt;nav&gt;</a:t>
            </a:r>
          </a:p>
          <a:p>
            <a:pPr marL="0" indent="0">
              <a:buNone/>
            </a:pPr>
            <a:r>
              <a:rPr lang="en-US" sz="1600" dirty="0">
                <a:latin typeface="Times New Roman" panose="02020603050405020304" pitchFamily="18" charset="0"/>
                <a:cs typeface="Times New Roman" panose="02020603050405020304" pitchFamily="18" charset="0"/>
              </a:rPr>
              <a:t>&lt;h1&gt;Travel Booking Agency Website &lt;/h1&gt;</a:t>
            </a:r>
          </a:p>
          <a:p>
            <a:pPr marL="0" indent="0">
              <a:buNone/>
            </a:pPr>
            <a:r>
              <a:rPr lang="en-US" sz="1600" dirty="0">
                <a:latin typeface="Times New Roman" panose="02020603050405020304" pitchFamily="18" charset="0"/>
                <a:cs typeface="Times New Roman" panose="02020603050405020304" pitchFamily="18" charset="0"/>
              </a:rPr>
              <a:t>&lt;ul&gt;</a:t>
            </a:r>
          </a:p>
          <a:p>
            <a:pPr marL="0" indent="0">
              <a:buNone/>
            </a:pPr>
            <a:r>
              <a:rPr lang="en-US" sz="1600" dirty="0">
                <a:latin typeface="Times New Roman" panose="02020603050405020304" pitchFamily="18" charset="0"/>
                <a:cs typeface="Times New Roman" panose="02020603050405020304" pitchFamily="18" charset="0"/>
              </a:rPr>
              <a:t>&lt;li&gt;&lt;a </a:t>
            </a:r>
            <a:r>
              <a:rPr lang="en-US" sz="1600" dirty="0" err="1">
                <a:latin typeface="Times New Roman" panose="02020603050405020304" pitchFamily="18" charset="0"/>
                <a:cs typeface="Times New Roman" panose="02020603050405020304" pitchFamily="18" charset="0"/>
              </a:rPr>
              <a:t>href</a:t>
            </a:r>
            <a:r>
              <a:rPr lang="en-US" sz="1600" dirty="0">
                <a:latin typeface="Times New Roman" panose="02020603050405020304" pitchFamily="18" charset="0"/>
                <a:cs typeface="Times New Roman" panose="02020603050405020304" pitchFamily="18" charset="0"/>
              </a:rPr>
              <a:t>="#destinations"&gt;Destinations&lt;/a&gt;&lt;/li&gt;</a:t>
            </a:r>
          </a:p>
          <a:p>
            <a:pPr marL="0" indent="0">
              <a:buNone/>
            </a:pPr>
            <a:r>
              <a:rPr lang="en-US" sz="1600" dirty="0">
                <a:latin typeface="Times New Roman" panose="02020603050405020304" pitchFamily="18" charset="0"/>
                <a:cs typeface="Times New Roman" panose="02020603050405020304" pitchFamily="18" charset="0"/>
              </a:rPr>
              <a:t>&lt;li&gt;&lt;a </a:t>
            </a:r>
            <a:r>
              <a:rPr lang="en-US" sz="1600" dirty="0" err="1">
                <a:latin typeface="Times New Roman" panose="02020603050405020304" pitchFamily="18" charset="0"/>
                <a:cs typeface="Times New Roman" panose="02020603050405020304" pitchFamily="18" charset="0"/>
              </a:rPr>
              <a:t>href</a:t>
            </a:r>
            <a:r>
              <a:rPr lang="en-US" sz="1600" dirty="0">
                <a:latin typeface="Times New Roman" panose="02020603050405020304" pitchFamily="18" charset="0"/>
                <a:cs typeface="Times New Roman" panose="02020603050405020304" pitchFamily="18" charset="0"/>
              </a:rPr>
              <a:t>="#services"&gt;Services&lt;/a&gt;&lt;/li&gt;</a:t>
            </a:r>
          </a:p>
          <a:p>
            <a:pPr marL="0" indent="0">
              <a:buNone/>
            </a:pPr>
            <a:r>
              <a:rPr lang="en-US" sz="1600" dirty="0">
                <a:latin typeface="Times New Roman" panose="02020603050405020304" pitchFamily="18" charset="0"/>
                <a:cs typeface="Times New Roman" panose="02020603050405020304" pitchFamily="18" charset="0"/>
              </a:rPr>
              <a:t>&lt;li&gt;&lt;a </a:t>
            </a:r>
            <a:r>
              <a:rPr lang="en-US" sz="1600" dirty="0" err="1">
                <a:latin typeface="Times New Roman" panose="02020603050405020304" pitchFamily="18" charset="0"/>
                <a:cs typeface="Times New Roman" panose="02020603050405020304" pitchFamily="18" charset="0"/>
              </a:rPr>
              <a:t>href</a:t>
            </a:r>
            <a:r>
              <a:rPr lang="en-US" sz="1600" dirty="0">
                <a:latin typeface="Times New Roman" panose="02020603050405020304" pitchFamily="18" charset="0"/>
                <a:cs typeface="Times New Roman" panose="02020603050405020304" pitchFamily="18" charset="0"/>
              </a:rPr>
              <a:t>="#about"&gt;About&lt;/a&gt;&lt;/li&gt;</a:t>
            </a:r>
          </a:p>
          <a:p>
            <a:pPr marL="0" indent="0">
              <a:buNone/>
            </a:pPr>
            <a:r>
              <a:rPr lang="en-US" sz="1600" dirty="0">
                <a:latin typeface="Times New Roman" panose="02020603050405020304" pitchFamily="18" charset="0"/>
                <a:cs typeface="Times New Roman" panose="02020603050405020304" pitchFamily="18" charset="0"/>
              </a:rPr>
              <a:t>&lt;li&gt;&lt;a </a:t>
            </a:r>
            <a:r>
              <a:rPr lang="en-US" sz="1600" dirty="0" err="1">
                <a:latin typeface="Times New Roman" panose="02020603050405020304" pitchFamily="18" charset="0"/>
                <a:cs typeface="Times New Roman" panose="02020603050405020304" pitchFamily="18" charset="0"/>
              </a:rPr>
              <a:t>href</a:t>
            </a:r>
            <a:r>
              <a:rPr lang="en-US" sz="1600" dirty="0">
                <a:latin typeface="Times New Roman" panose="02020603050405020304" pitchFamily="18" charset="0"/>
                <a:cs typeface="Times New Roman" panose="02020603050405020304" pitchFamily="18" charset="0"/>
              </a:rPr>
              <a:t>="#contact"&gt;Contact&lt;/a&gt;&lt;/li&gt;</a:t>
            </a:r>
          </a:p>
          <a:p>
            <a:pPr marL="0" indent="0">
              <a:buNone/>
            </a:pPr>
            <a:r>
              <a:rPr lang="en-US" sz="1600" dirty="0">
                <a:latin typeface="Times New Roman" panose="02020603050405020304" pitchFamily="18" charset="0"/>
                <a:cs typeface="Times New Roman" panose="02020603050405020304" pitchFamily="18" charset="0"/>
              </a:rPr>
              <a:t>&lt;/ul&gt;</a:t>
            </a:r>
          </a:p>
          <a:p>
            <a:pPr marL="0" indent="0">
              <a:buNone/>
            </a:pPr>
            <a:r>
              <a:rPr lang="en-US" sz="1600" dirty="0">
                <a:latin typeface="Times New Roman" panose="02020603050405020304" pitchFamily="18" charset="0"/>
                <a:cs typeface="Times New Roman" panose="02020603050405020304" pitchFamily="18" charset="0"/>
              </a:rPr>
              <a:t>&lt;/nav&gt;</a:t>
            </a:r>
          </a:p>
          <a:p>
            <a:pPr marL="0" indent="0">
              <a:buNone/>
            </a:pPr>
            <a:r>
              <a:rPr lang="en-US" sz="1600" dirty="0">
                <a:latin typeface="Times New Roman" panose="02020603050405020304" pitchFamily="18" charset="0"/>
                <a:cs typeface="Times New Roman" panose="02020603050405020304" pitchFamily="18" charset="0"/>
              </a:rPr>
              <a:t>&lt;div class="hero"&gt;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&lt;h2&gt;Explore the World With Us&lt;/h2&gt;</a:t>
            </a:r>
          </a:p>
          <a:p>
            <a:pPr marL="0" indent="0">
              <a:buNone/>
            </a:pPr>
            <a:r>
              <a:rPr lang="en-US" sz="1600" dirty="0">
                <a:latin typeface="Times New Roman" panose="02020603050405020304" pitchFamily="18" charset="0"/>
                <a:cs typeface="Times New Roman" panose="02020603050405020304" pitchFamily="18" charset="0"/>
              </a:rPr>
              <a:t>&lt;p&gt;Your dream vacation starts here&lt;/p&gt;</a:t>
            </a:r>
          </a:p>
          <a:p>
            <a:pPr marL="0" indent="0">
              <a:buNone/>
            </a:pPr>
            <a:r>
              <a:rPr lang="en-US" sz="1600" dirty="0">
                <a:latin typeface="Times New Roman" panose="02020603050405020304" pitchFamily="18" charset="0"/>
                <a:cs typeface="Times New Roman" panose="02020603050405020304" pitchFamily="18" charset="0"/>
              </a:rPr>
              <a:t>&lt;a </a:t>
            </a:r>
            <a:r>
              <a:rPr lang="en-US" sz="1600" dirty="0" err="1">
                <a:latin typeface="Times New Roman" panose="02020603050405020304" pitchFamily="18" charset="0"/>
                <a:cs typeface="Times New Roman" panose="02020603050405020304" pitchFamily="18" charset="0"/>
              </a:rPr>
              <a:t>href</a:t>
            </a:r>
            <a:r>
              <a:rPr lang="en-US" sz="1600" dirty="0">
                <a:latin typeface="Times New Roman" panose="02020603050405020304" pitchFamily="18" charset="0"/>
                <a:cs typeface="Times New Roman" panose="02020603050405020304" pitchFamily="18" charset="0"/>
              </a:rPr>
              <a:t>="#contact" class="</a:t>
            </a:r>
            <a:r>
              <a:rPr lang="en-US" sz="1600" dirty="0" err="1">
                <a:latin typeface="Times New Roman" panose="02020603050405020304" pitchFamily="18" charset="0"/>
                <a:cs typeface="Times New Roman" panose="02020603050405020304" pitchFamily="18" charset="0"/>
              </a:rPr>
              <a:t>btn</a:t>
            </a:r>
            <a:r>
              <a:rPr lang="en-US" sz="1600" dirty="0">
                <a:latin typeface="Times New Roman" panose="02020603050405020304" pitchFamily="18" charset="0"/>
                <a:cs typeface="Times New Roman" panose="02020603050405020304" pitchFamily="18" charset="0"/>
              </a:rPr>
              <a:t>"&gt;Book Now&lt;/a&gt;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&lt;/header&gt;</a:t>
            </a:r>
          </a:p>
          <a:p>
            <a:pPr marL="0" indent="0">
              <a:buNone/>
            </a:pPr>
            <a:r>
              <a:rPr lang="en-US" sz="1600" dirty="0">
                <a:latin typeface="Times New Roman" panose="02020603050405020304" pitchFamily="18" charset="0"/>
                <a:cs typeface="Times New Roman" panose="02020603050405020304" pitchFamily="18" charset="0"/>
              </a:rPr>
              <a:t>&lt;section id="destinations"&gt;</a:t>
            </a:r>
          </a:p>
          <a:p>
            <a:pPr marL="0" indent="0">
              <a:buNone/>
            </a:pPr>
            <a:r>
              <a:rPr lang="en-US" sz="1600" dirty="0">
                <a:latin typeface="Times New Roman" panose="02020603050405020304" pitchFamily="18" charset="0"/>
                <a:cs typeface="Times New Roman" panose="02020603050405020304" pitchFamily="18" charset="0"/>
              </a:rPr>
              <a:t>&lt;h2 class="section-title"&gt;Popular Destinations&lt;/h2&gt;</a:t>
            </a:r>
          </a:p>
          <a:p>
            <a:pPr marL="0" indent="0">
              <a:buNone/>
            </a:pPr>
            <a:r>
              <a:rPr lang="en-US" sz="1600" dirty="0">
                <a:latin typeface="Times New Roman" panose="02020603050405020304" pitchFamily="18" charset="0"/>
                <a:cs typeface="Times New Roman" panose="02020603050405020304" pitchFamily="18" charset="0"/>
              </a:rPr>
              <a:t>&lt;div class="destinations"&gt;</a:t>
            </a:r>
          </a:p>
          <a:p>
            <a:pPr marL="0" indent="0">
              <a:buNone/>
            </a:pPr>
            <a:r>
              <a:rPr lang="en-US" sz="1600" dirty="0">
                <a:latin typeface="Times New Roman" panose="02020603050405020304" pitchFamily="18" charset="0"/>
                <a:cs typeface="Times New Roman" panose="02020603050405020304" pitchFamily="18" charset="0"/>
              </a:rPr>
              <a:t>&lt;div class="card"&gt;</a:t>
            </a:r>
          </a:p>
          <a:p>
            <a:pPr marL="0" indent="0">
              <a:buNone/>
            </a:pPr>
            <a:r>
              <a:rPr lang="en-US" sz="1600" dirty="0">
                <a:latin typeface="Times New Roman" panose="02020603050405020304" pitchFamily="18" charset="0"/>
                <a:cs typeface="Times New Roman" panose="02020603050405020304" pitchFamily="18" charset="0"/>
              </a:rPr>
              <a:t>&lt;</a:t>
            </a:r>
            <a:r>
              <a:rPr lang="en-US" sz="1600" dirty="0" err="1">
                <a:latin typeface="Times New Roman" panose="02020603050405020304" pitchFamily="18" charset="0"/>
                <a:cs typeface="Times New Roman" panose="02020603050405020304" pitchFamily="18" charset="0"/>
              </a:rPr>
              <a:t>img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src</a:t>
            </a:r>
            <a:r>
              <a:rPr lang="en-US" sz="1600" dirty="0">
                <a:latin typeface="Times New Roman" panose="02020603050405020304" pitchFamily="18" charset="0"/>
                <a:cs typeface="Times New Roman" panose="02020603050405020304" pitchFamily="18" charset="0"/>
              </a:rPr>
              <a:t>="https://images.unsplash.com/photo-1502602898657-3e91760cbb34" alt=""&gt;</a:t>
            </a:r>
          </a:p>
          <a:p>
            <a:pPr marL="0" indent="0">
              <a:buNone/>
            </a:pPr>
            <a:r>
              <a:rPr lang="en-US" sz="1600" dirty="0">
                <a:latin typeface="Times New Roman" panose="02020603050405020304" pitchFamily="18" charset="0"/>
                <a:cs typeface="Times New Roman" panose="02020603050405020304" pitchFamily="18" charset="0"/>
              </a:rPr>
              <a:t>&lt;div class="card-content"&gt;</a:t>
            </a:r>
          </a:p>
          <a:p>
            <a:pPr marL="0" indent="0">
              <a:buNone/>
            </a:pPr>
            <a:r>
              <a:rPr lang="en-US" sz="1600" dirty="0">
                <a:latin typeface="Times New Roman" panose="02020603050405020304" pitchFamily="18" charset="0"/>
                <a:cs typeface="Times New Roman" panose="02020603050405020304" pitchFamily="18" charset="0"/>
              </a:rPr>
              <a:t>&lt;h3&gt;Paris&lt;/h3&gt;</a:t>
            </a:r>
          </a:p>
          <a:p>
            <a:pPr marL="0" indent="0">
              <a:buNone/>
            </a:pPr>
            <a:r>
              <a:rPr lang="en-US" sz="1600" dirty="0">
                <a:latin typeface="Times New Roman" panose="02020603050405020304" pitchFamily="18" charset="0"/>
                <a:cs typeface="Times New Roman" panose="02020603050405020304" pitchFamily="18" charset="0"/>
              </a:rPr>
              <a:t>&lt;p&gt;The city of love and lights.&lt;/p&gt;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&lt;/div&gt;</a:t>
            </a:r>
          </a:p>
        </p:txBody>
      </p:sp>
      <p:pic>
        <p:nvPicPr>
          <p:cNvPr id="4" name="Picture 8" descr="Top Universities India - Discover Vignan University with ...">
            <a:extLst>
              <a:ext uri="{FF2B5EF4-FFF2-40B4-BE49-F238E27FC236}">
                <a16:creationId xmlns:a16="http://schemas.microsoft.com/office/drawing/2014/main" id="{4F8404B7-06DC-A8E1-869C-E95B1D644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33008EB-BA56-7591-C08D-F651B8425445}"/>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D039408-F6C5-A610-3C0E-EB1968C602EE}"/>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7" name="TextBox 6">
            <a:extLst>
              <a:ext uri="{FF2B5EF4-FFF2-40B4-BE49-F238E27FC236}">
                <a16:creationId xmlns:a16="http://schemas.microsoft.com/office/drawing/2014/main" id="{E9D113B2-C73A-3104-75E1-530E11FAD68A}"/>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879123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6A9C6B-8490-803A-1641-B897BBB30CF3}"/>
              </a:ext>
            </a:extLst>
          </p:cNvPr>
          <p:cNvSpPr>
            <a:spLocks noGrp="1"/>
          </p:cNvSpPr>
          <p:nvPr>
            <p:ph idx="1"/>
          </p:nvPr>
        </p:nvSpPr>
        <p:spPr>
          <a:xfrm>
            <a:off x="409047" y="742425"/>
            <a:ext cx="10316623" cy="5652803"/>
          </a:xfrm>
        </p:spPr>
        <p:txBody>
          <a:bodyPr numCol="2">
            <a:noAutofit/>
          </a:bodyPr>
          <a:lstStyle/>
          <a:p>
            <a:pPr marL="0" indent="0">
              <a:buNone/>
            </a:pPr>
            <a:r>
              <a:rPr lang="en-US" sz="1600" dirty="0">
                <a:latin typeface="Times New Roman" panose="02020603050405020304" pitchFamily="18" charset="0"/>
                <a:cs typeface="Times New Roman" panose="02020603050405020304" pitchFamily="18" charset="0"/>
              </a:rPr>
              <a:t>&lt;div class="card"&gt;</a:t>
            </a:r>
          </a:p>
          <a:p>
            <a:pPr marL="0" indent="0">
              <a:buNone/>
            </a:pPr>
            <a:r>
              <a:rPr lang="en-US" sz="1600" dirty="0">
                <a:latin typeface="Times New Roman" panose="02020603050405020304" pitchFamily="18" charset="0"/>
                <a:cs typeface="Times New Roman" panose="02020603050405020304" pitchFamily="18" charset="0"/>
              </a:rPr>
              <a:t>&lt;</a:t>
            </a:r>
            <a:r>
              <a:rPr lang="en-US" sz="1600" dirty="0" err="1">
                <a:latin typeface="Times New Roman" panose="02020603050405020304" pitchFamily="18" charset="0"/>
                <a:cs typeface="Times New Roman" panose="02020603050405020304" pitchFamily="18" charset="0"/>
              </a:rPr>
              <a:t>img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src</a:t>
            </a:r>
            <a:r>
              <a:rPr lang="en-US" sz="1600" dirty="0">
                <a:latin typeface="Times New Roman" panose="02020603050405020304" pitchFamily="18" charset="0"/>
                <a:cs typeface="Times New Roman" panose="02020603050405020304" pitchFamily="18" charset="0"/>
              </a:rPr>
              <a:t>="https://images.unsplash.com/photo-1505761671935-60b3a7427bad" alt=""&gt;</a:t>
            </a:r>
          </a:p>
          <a:p>
            <a:pPr marL="0" indent="0">
              <a:buNone/>
            </a:pPr>
            <a:r>
              <a:rPr lang="en-US" sz="1600" dirty="0">
                <a:latin typeface="Times New Roman" panose="02020603050405020304" pitchFamily="18" charset="0"/>
                <a:cs typeface="Times New Roman" panose="02020603050405020304" pitchFamily="18" charset="0"/>
              </a:rPr>
              <a:t>&lt;div class="card-content"&gt;</a:t>
            </a:r>
          </a:p>
          <a:p>
            <a:pPr marL="0" indent="0">
              <a:buNone/>
            </a:pPr>
            <a:r>
              <a:rPr lang="en-US" sz="1600" dirty="0">
                <a:latin typeface="Times New Roman" panose="02020603050405020304" pitchFamily="18" charset="0"/>
                <a:cs typeface="Times New Roman" panose="02020603050405020304" pitchFamily="18" charset="0"/>
              </a:rPr>
              <a:t>&lt;h3&gt;Maldives&lt;/h3&gt;</a:t>
            </a:r>
          </a:p>
          <a:p>
            <a:pPr marL="0" indent="0">
              <a:buNone/>
            </a:pPr>
            <a:r>
              <a:rPr lang="en-US" sz="1600" dirty="0">
                <a:latin typeface="Times New Roman" panose="02020603050405020304" pitchFamily="18" charset="0"/>
                <a:cs typeface="Times New Roman" panose="02020603050405020304" pitchFamily="18" charset="0"/>
              </a:rPr>
              <a:t>&lt;p&gt;Crystal clear waters and luxury resorts.&lt;/p&gt;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&lt;div class="card"&gt;</a:t>
            </a:r>
          </a:p>
          <a:p>
            <a:pPr marL="0" indent="0">
              <a:buNone/>
            </a:pPr>
            <a:r>
              <a:rPr lang="en-US" sz="1600" dirty="0">
                <a:latin typeface="Times New Roman" panose="02020603050405020304" pitchFamily="18" charset="0"/>
                <a:cs typeface="Times New Roman" panose="02020603050405020304" pitchFamily="18" charset="0"/>
              </a:rPr>
              <a:t>&lt;</a:t>
            </a:r>
            <a:r>
              <a:rPr lang="en-US" sz="1600" dirty="0" err="1">
                <a:latin typeface="Times New Roman" panose="02020603050405020304" pitchFamily="18" charset="0"/>
                <a:cs typeface="Times New Roman" panose="02020603050405020304" pitchFamily="18" charset="0"/>
              </a:rPr>
              <a:t>img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src</a:t>
            </a:r>
            <a:r>
              <a:rPr lang="en-US" sz="1600" dirty="0">
                <a:latin typeface="Times New Roman" panose="02020603050405020304" pitchFamily="18" charset="0"/>
                <a:cs typeface="Times New Roman" panose="02020603050405020304" pitchFamily="18" charset="0"/>
              </a:rPr>
              <a:t>="https://images.unsplash.com/photo-1500530855697-b586d89ba3ee" alt=""&gt;</a:t>
            </a:r>
          </a:p>
          <a:p>
            <a:pPr marL="0" indent="0">
              <a:buNone/>
            </a:pPr>
            <a:r>
              <a:rPr lang="en-US" sz="1600" dirty="0">
                <a:latin typeface="Times New Roman" panose="02020603050405020304" pitchFamily="18" charset="0"/>
                <a:cs typeface="Times New Roman" panose="02020603050405020304" pitchFamily="18" charset="0"/>
              </a:rPr>
              <a:t>&lt;div class="card-content"&gt;</a:t>
            </a:r>
          </a:p>
          <a:p>
            <a:pPr marL="0" indent="0">
              <a:buNone/>
            </a:pPr>
            <a:r>
              <a:rPr lang="en-US" sz="1600" dirty="0">
                <a:latin typeface="Times New Roman" panose="02020603050405020304" pitchFamily="18" charset="0"/>
                <a:cs typeface="Times New Roman" panose="02020603050405020304" pitchFamily="18" charset="0"/>
              </a:rPr>
              <a:t>&lt;h3&gt;New York&lt;/h3&gt;</a:t>
            </a:r>
          </a:p>
          <a:p>
            <a:pPr marL="0" indent="0">
              <a:buNone/>
            </a:pPr>
            <a:r>
              <a:rPr lang="en-US" sz="1600" dirty="0">
                <a:latin typeface="Times New Roman" panose="02020603050405020304" pitchFamily="18" charset="0"/>
                <a:cs typeface="Times New Roman" panose="02020603050405020304" pitchFamily="18" charset="0"/>
              </a:rPr>
              <a:t>&lt;p&gt;The city that never sleeps.&lt;/p&gt;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&lt;/section&gt;</a:t>
            </a:r>
          </a:p>
          <a:p>
            <a:pPr marL="0" indent="0">
              <a:buNone/>
            </a:pPr>
            <a:r>
              <a:rPr lang="en-US" sz="1600" dirty="0">
                <a:latin typeface="Times New Roman" panose="02020603050405020304" pitchFamily="18" charset="0"/>
                <a:cs typeface="Times New Roman" panose="02020603050405020304" pitchFamily="18" charset="0"/>
              </a:rPr>
              <a:t>&lt;section id="services"&gt;</a:t>
            </a:r>
          </a:p>
          <a:p>
            <a:pPr marL="0" indent="0">
              <a:buNone/>
            </a:pPr>
            <a:r>
              <a:rPr lang="en-US" sz="1600" dirty="0">
                <a:latin typeface="Times New Roman" panose="02020603050405020304" pitchFamily="18" charset="0"/>
                <a:cs typeface="Times New Roman" panose="02020603050405020304" pitchFamily="18" charset="0"/>
              </a:rPr>
              <a:t>&lt;h2 class="section-title"&gt;Our Services&lt;/h2&gt;</a:t>
            </a:r>
          </a:p>
          <a:p>
            <a:pPr marL="0" indent="0">
              <a:buNone/>
            </a:pPr>
            <a:r>
              <a:rPr lang="en-US" sz="1600" dirty="0">
                <a:latin typeface="Times New Roman" panose="02020603050405020304" pitchFamily="18" charset="0"/>
                <a:cs typeface="Times New Roman" panose="02020603050405020304" pitchFamily="18" charset="0"/>
              </a:rPr>
              <a:t>&lt;div class="services"&gt;</a:t>
            </a:r>
          </a:p>
          <a:p>
            <a:pPr marL="0" indent="0">
              <a:buNone/>
            </a:pPr>
            <a:r>
              <a:rPr lang="en-US" sz="1600" dirty="0">
                <a:latin typeface="Times New Roman" panose="02020603050405020304" pitchFamily="18" charset="0"/>
                <a:cs typeface="Times New Roman" panose="02020603050405020304" pitchFamily="18" charset="0"/>
              </a:rPr>
              <a:t>&lt;div class="card"&gt;</a:t>
            </a:r>
          </a:p>
          <a:p>
            <a:pPr marL="0" indent="0">
              <a:buNone/>
            </a:pPr>
            <a:r>
              <a:rPr lang="en-US" sz="1600" dirty="0">
                <a:latin typeface="Times New Roman" panose="02020603050405020304" pitchFamily="18" charset="0"/>
                <a:cs typeface="Times New Roman" panose="02020603050405020304" pitchFamily="18" charset="0"/>
              </a:rPr>
              <a:t>&lt;div class="card-content"&gt;</a:t>
            </a:r>
          </a:p>
          <a:p>
            <a:pPr marL="0" indent="0">
              <a:buNone/>
            </a:pPr>
            <a:r>
              <a:rPr lang="en-US" sz="1600" dirty="0">
                <a:latin typeface="Times New Roman" panose="02020603050405020304" pitchFamily="18" charset="0"/>
                <a:cs typeface="Times New Roman" panose="02020603050405020304" pitchFamily="18" charset="0"/>
              </a:rPr>
              <a:t>&lt;h3&gt;Flight Booking&lt;/h3&gt;</a:t>
            </a:r>
          </a:p>
          <a:p>
            <a:pPr marL="0" indent="0">
              <a:buNone/>
            </a:pPr>
            <a:r>
              <a:rPr lang="en-US" sz="1600" dirty="0">
                <a:latin typeface="Times New Roman" panose="02020603050405020304" pitchFamily="18" charset="0"/>
                <a:cs typeface="Times New Roman" panose="02020603050405020304" pitchFamily="18" charset="0"/>
              </a:rPr>
              <a:t>&lt;p&gt;Best deals on domestic and international flights.&lt;/p&gt;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&lt;/div&gt;</a:t>
            </a:r>
          </a:p>
        </p:txBody>
      </p:sp>
      <p:pic>
        <p:nvPicPr>
          <p:cNvPr id="4" name="Picture 8" descr="Top Universities India - Discover Vignan University with ...">
            <a:extLst>
              <a:ext uri="{FF2B5EF4-FFF2-40B4-BE49-F238E27FC236}">
                <a16:creationId xmlns:a16="http://schemas.microsoft.com/office/drawing/2014/main" id="{3CFA9808-C8B8-C6E2-799A-DF2E4E0D18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680819D-248F-034F-C969-0B113188754A}"/>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07AEBE-9D02-0300-44EC-562C5BF1414A}"/>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7" name="TextBox 6">
            <a:extLst>
              <a:ext uri="{FF2B5EF4-FFF2-40B4-BE49-F238E27FC236}">
                <a16:creationId xmlns:a16="http://schemas.microsoft.com/office/drawing/2014/main" id="{EFDAE2DA-3BC8-F90E-8F3A-53978DF44D83}"/>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2590501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235DE5-7E48-3D34-AB40-97D35E4B78F8}"/>
              </a:ext>
            </a:extLst>
          </p:cNvPr>
          <p:cNvSpPr>
            <a:spLocks noGrp="1"/>
          </p:cNvSpPr>
          <p:nvPr>
            <p:ph idx="1"/>
          </p:nvPr>
        </p:nvSpPr>
        <p:spPr>
          <a:xfrm>
            <a:off x="610331" y="612445"/>
            <a:ext cx="9603275" cy="5782783"/>
          </a:xfrm>
        </p:spPr>
        <p:txBody>
          <a:bodyPr numCol="2">
            <a:noAutofit/>
          </a:bodyPr>
          <a:lstStyle/>
          <a:p>
            <a:pPr marL="0" indent="0">
              <a:buNone/>
            </a:pPr>
            <a:r>
              <a:rPr lang="en-US" sz="1600" dirty="0">
                <a:latin typeface="Times New Roman" panose="02020603050405020304" pitchFamily="18" charset="0"/>
                <a:cs typeface="Times New Roman" panose="02020603050405020304" pitchFamily="18" charset="0"/>
              </a:rPr>
              <a:t>&lt;div class="card"&gt;</a:t>
            </a:r>
          </a:p>
          <a:p>
            <a:pPr marL="0" indent="0">
              <a:buNone/>
            </a:pPr>
            <a:r>
              <a:rPr lang="en-US" sz="1600" dirty="0">
                <a:latin typeface="Times New Roman" panose="02020603050405020304" pitchFamily="18" charset="0"/>
                <a:cs typeface="Times New Roman" panose="02020603050405020304" pitchFamily="18" charset="0"/>
              </a:rPr>
              <a:t>&lt;div class="card-content"&gt;</a:t>
            </a:r>
          </a:p>
          <a:p>
            <a:pPr marL="0" indent="0">
              <a:buNone/>
            </a:pPr>
            <a:r>
              <a:rPr lang="en-US" sz="1600" dirty="0">
                <a:latin typeface="Times New Roman" panose="02020603050405020304" pitchFamily="18" charset="0"/>
                <a:cs typeface="Times New Roman" panose="02020603050405020304" pitchFamily="18" charset="0"/>
              </a:rPr>
              <a:t>&lt;h3&gt;Hotel Reservations&lt;/h3&gt;</a:t>
            </a:r>
          </a:p>
          <a:p>
            <a:pPr marL="0" indent="0">
              <a:buNone/>
            </a:pPr>
            <a:r>
              <a:rPr lang="en-US" sz="1600" dirty="0">
                <a:latin typeface="Times New Roman" panose="02020603050405020304" pitchFamily="18" charset="0"/>
                <a:cs typeface="Times New Roman" panose="02020603050405020304" pitchFamily="18" charset="0"/>
              </a:rPr>
              <a:t>&lt;p&gt;Comfortable stays at affordable prices.&lt;/p&gt;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&lt;div class="card"&gt;</a:t>
            </a:r>
          </a:p>
          <a:p>
            <a:pPr marL="0" indent="0">
              <a:buNone/>
            </a:pPr>
            <a:r>
              <a:rPr lang="en-US" sz="1600" dirty="0">
                <a:latin typeface="Times New Roman" panose="02020603050405020304" pitchFamily="18" charset="0"/>
                <a:cs typeface="Times New Roman" panose="02020603050405020304" pitchFamily="18" charset="0"/>
              </a:rPr>
              <a:t>&lt;div class="card-content"&gt;</a:t>
            </a:r>
          </a:p>
          <a:p>
            <a:pPr marL="0" indent="0">
              <a:buNone/>
            </a:pPr>
            <a:r>
              <a:rPr lang="en-US" sz="1600" dirty="0">
                <a:latin typeface="Times New Roman" panose="02020603050405020304" pitchFamily="18" charset="0"/>
                <a:cs typeface="Times New Roman" panose="02020603050405020304" pitchFamily="18" charset="0"/>
              </a:rPr>
              <a:t>&lt;h3&gt;Tour Packages&lt;/h3&gt;</a:t>
            </a:r>
          </a:p>
          <a:p>
            <a:pPr marL="0" indent="0">
              <a:buNone/>
            </a:pPr>
            <a:r>
              <a:rPr lang="en-US" sz="1600" dirty="0">
                <a:latin typeface="Times New Roman" panose="02020603050405020304" pitchFamily="18" charset="0"/>
                <a:cs typeface="Times New Roman" panose="02020603050405020304" pitchFamily="18" charset="0"/>
              </a:rPr>
              <a:t>&lt;p&gt;Customized tours tailored to your needs.&lt;/p&gt;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&lt;/div&gt;</a:t>
            </a:r>
          </a:p>
          <a:p>
            <a:pPr marL="0" indent="0">
              <a:buNone/>
            </a:pPr>
            <a:r>
              <a:rPr lang="en-US" sz="1600" dirty="0">
                <a:latin typeface="Times New Roman" panose="02020603050405020304" pitchFamily="18" charset="0"/>
                <a:cs typeface="Times New Roman" panose="02020603050405020304" pitchFamily="18" charset="0"/>
              </a:rPr>
              <a:t>&lt;/section&gt;</a:t>
            </a:r>
          </a:p>
          <a:p>
            <a:pPr marL="0" indent="0">
              <a:buNone/>
            </a:pPr>
            <a:r>
              <a:rPr lang="en-US" sz="1600" dirty="0">
                <a:latin typeface="Times New Roman" panose="02020603050405020304" pitchFamily="18" charset="0"/>
                <a:cs typeface="Times New Roman" panose="02020603050405020304" pitchFamily="18" charset="0"/>
              </a:rPr>
              <a:t>&lt;section id="about" class="about"&gt;</a:t>
            </a:r>
          </a:p>
          <a:p>
            <a:pPr marL="0" indent="0">
              <a:buNone/>
            </a:pPr>
            <a:r>
              <a:rPr lang="en-US" sz="1600" dirty="0">
                <a:latin typeface="Times New Roman" panose="02020603050405020304" pitchFamily="18" charset="0"/>
                <a:cs typeface="Times New Roman" panose="02020603050405020304" pitchFamily="18" charset="0"/>
              </a:rPr>
              <a:t>&lt;h2 class="section-title"&gt;About Us&lt;/h2&gt;</a:t>
            </a:r>
          </a:p>
          <a:p>
            <a:pPr marL="0" indent="0">
              <a:buNone/>
            </a:pPr>
            <a:r>
              <a:rPr lang="en-US" sz="1600" dirty="0">
                <a:latin typeface="Times New Roman" panose="02020603050405020304" pitchFamily="18" charset="0"/>
                <a:cs typeface="Times New Roman" panose="02020603050405020304" pitchFamily="18" charset="0"/>
              </a:rPr>
              <a:t>&lt;p&gt;</a:t>
            </a:r>
          </a:p>
          <a:p>
            <a:pPr marL="0" indent="0">
              <a:buNone/>
            </a:pPr>
            <a:r>
              <a:rPr lang="en-US" sz="1600" dirty="0">
                <a:latin typeface="Times New Roman" panose="02020603050405020304" pitchFamily="18" charset="0"/>
                <a:cs typeface="Times New Roman" panose="02020603050405020304" pitchFamily="18" charset="0"/>
              </a:rPr>
              <a:t>Travel booking agency website is a trusted travel agency helping travelers explore the world</a:t>
            </a:r>
          </a:p>
          <a:p>
            <a:pPr marL="0" indent="0">
              <a:buNone/>
            </a:pPr>
            <a:r>
              <a:rPr lang="en-US" sz="1600" dirty="0">
                <a:latin typeface="Times New Roman" panose="02020603050405020304" pitchFamily="18" charset="0"/>
                <a:cs typeface="Times New Roman" panose="02020603050405020304" pitchFamily="18" charset="0"/>
              </a:rPr>
              <a:t>with unforgettable experiences. We specialize in personalized travel plans,</a:t>
            </a:r>
          </a:p>
          <a:p>
            <a:pPr marL="0" indent="0">
              <a:buNone/>
            </a:pPr>
            <a:r>
              <a:rPr lang="en-US" sz="1600" dirty="0">
                <a:latin typeface="Times New Roman" panose="02020603050405020304" pitchFamily="18" charset="0"/>
                <a:cs typeface="Times New Roman" panose="02020603050405020304" pitchFamily="18" charset="0"/>
              </a:rPr>
              <a:t>ensuring comfort, safety, and joy.</a:t>
            </a:r>
          </a:p>
          <a:p>
            <a:pPr marL="0" indent="0">
              <a:buNone/>
            </a:pPr>
            <a:r>
              <a:rPr lang="en-US" sz="1600" dirty="0">
                <a:latin typeface="Times New Roman" panose="02020603050405020304" pitchFamily="18" charset="0"/>
                <a:cs typeface="Times New Roman" panose="02020603050405020304" pitchFamily="18" charset="0"/>
              </a:rPr>
              <a:t>&lt;/p&gt;</a:t>
            </a:r>
          </a:p>
          <a:p>
            <a:pPr marL="0" indent="0">
              <a:buNone/>
            </a:pPr>
            <a:r>
              <a:rPr lang="en-US" sz="1600" dirty="0">
                <a:latin typeface="Times New Roman" panose="02020603050405020304" pitchFamily="18" charset="0"/>
                <a:cs typeface="Times New Roman" panose="02020603050405020304" pitchFamily="18" charset="0"/>
              </a:rPr>
              <a:t>&lt;/section&gt;</a:t>
            </a:r>
          </a:p>
          <a:p>
            <a:pPr marL="0" indent="0">
              <a:buNone/>
            </a:pPr>
            <a:r>
              <a:rPr lang="en-US" sz="1600" dirty="0">
                <a:latin typeface="Times New Roman" panose="02020603050405020304" pitchFamily="18" charset="0"/>
                <a:cs typeface="Times New Roman" panose="02020603050405020304" pitchFamily="18" charset="0"/>
              </a:rPr>
              <a:t>&lt;section id="contact" class="contact"&gt;</a:t>
            </a:r>
          </a:p>
          <a:p>
            <a:pPr marL="0" indent="0">
              <a:buNone/>
            </a:pPr>
            <a:r>
              <a:rPr lang="en-US" sz="1600" dirty="0">
                <a:latin typeface="Times New Roman" panose="02020603050405020304" pitchFamily="18" charset="0"/>
                <a:cs typeface="Times New Roman" panose="02020603050405020304" pitchFamily="18" charset="0"/>
              </a:rPr>
              <a:t>&lt;h2 class="section-title"&gt;Contact Us&lt;/h2&gt;</a:t>
            </a:r>
          </a:p>
        </p:txBody>
      </p:sp>
      <p:pic>
        <p:nvPicPr>
          <p:cNvPr id="4" name="Picture 8" descr="Top Universities India - Discover Vignan University with ...">
            <a:extLst>
              <a:ext uri="{FF2B5EF4-FFF2-40B4-BE49-F238E27FC236}">
                <a16:creationId xmlns:a16="http://schemas.microsoft.com/office/drawing/2014/main" id="{108FEB47-3B7E-FD4F-D244-B593D2AD4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25DF240-527B-4F2E-012F-0531C1346C66}"/>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9C087F-7360-0C11-978D-04BCEC527713}"/>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7" name="TextBox 6">
            <a:extLst>
              <a:ext uri="{FF2B5EF4-FFF2-40B4-BE49-F238E27FC236}">
                <a16:creationId xmlns:a16="http://schemas.microsoft.com/office/drawing/2014/main" id="{093A4A90-39A3-0CF2-DF86-5DF9F8D7EC0A}"/>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3662882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1B68E9-9F27-56E2-8F6A-4138FB49E363}"/>
              </a:ext>
            </a:extLst>
          </p:cNvPr>
          <p:cNvSpPr>
            <a:spLocks noGrp="1"/>
          </p:cNvSpPr>
          <p:nvPr>
            <p:ph idx="1"/>
          </p:nvPr>
        </p:nvSpPr>
        <p:spPr>
          <a:xfrm>
            <a:off x="528004" y="1024128"/>
            <a:ext cx="10097324" cy="6271442"/>
          </a:xfrm>
        </p:spPr>
        <p:txBody>
          <a:bodyPr numCol="2">
            <a:normAutofit/>
          </a:bodyPr>
          <a:lstStyle/>
          <a:p>
            <a:pPr marL="0" indent="0">
              <a:buNone/>
            </a:pPr>
            <a:r>
              <a:rPr lang="en-US" sz="1600" dirty="0">
                <a:latin typeface="Times New Roman" panose="02020603050405020304" pitchFamily="18" charset="0"/>
                <a:cs typeface="Times New Roman" panose="02020603050405020304" pitchFamily="18" charset="0"/>
              </a:rPr>
              <a:t>&lt;form&gt;</a:t>
            </a:r>
          </a:p>
          <a:p>
            <a:pPr marL="0" indent="0">
              <a:buNone/>
            </a:pPr>
            <a:r>
              <a:rPr lang="en-US" sz="1600" dirty="0">
                <a:latin typeface="Times New Roman" panose="02020603050405020304" pitchFamily="18" charset="0"/>
                <a:cs typeface="Times New Roman" panose="02020603050405020304" pitchFamily="18" charset="0"/>
              </a:rPr>
              <a:t>&lt;input type="text" placeholder="Your Name" required&gt;</a:t>
            </a:r>
          </a:p>
          <a:p>
            <a:pPr marL="0" indent="0">
              <a:buNone/>
            </a:pPr>
            <a:r>
              <a:rPr lang="en-US" sz="1600" dirty="0">
                <a:latin typeface="Times New Roman" panose="02020603050405020304" pitchFamily="18" charset="0"/>
                <a:cs typeface="Times New Roman" panose="02020603050405020304" pitchFamily="18" charset="0"/>
              </a:rPr>
              <a:t>&lt;input type="email" placeholder="Your Email" required&gt;</a:t>
            </a:r>
          </a:p>
          <a:p>
            <a:pPr marL="0" indent="0">
              <a:buNone/>
            </a:pPr>
            <a:r>
              <a:rPr lang="en-US" sz="1600" dirty="0">
                <a:latin typeface="Times New Roman" panose="02020603050405020304" pitchFamily="18" charset="0"/>
                <a:cs typeface="Times New Roman" panose="02020603050405020304" pitchFamily="18" charset="0"/>
              </a:rPr>
              <a:t>&lt;</a:t>
            </a:r>
            <a:r>
              <a:rPr lang="en-US" sz="1600" dirty="0" err="1">
                <a:latin typeface="Times New Roman" panose="02020603050405020304" pitchFamily="18" charset="0"/>
                <a:cs typeface="Times New Roman" panose="02020603050405020304" pitchFamily="18" charset="0"/>
              </a:rPr>
              <a:t>textarea</a:t>
            </a:r>
            <a:r>
              <a:rPr lang="en-US" sz="1600" dirty="0">
                <a:latin typeface="Times New Roman" panose="02020603050405020304" pitchFamily="18" charset="0"/>
                <a:cs typeface="Times New Roman" panose="02020603050405020304" pitchFamily="18" charset="0"/>
              </a:rPr>
              <a:t> rows="5" placeholder="Your Message"&gt;&lt;/</a:t>
            </a:r>
            <a:r>
              <a:rPr lang="en-US" sz="1600" dirty="0" err="1">
                <a:latin typeface="Times New Roman" panose="02020603050405020304" pitchFamily="18" charset="0"/>
                <a:cs typeface="Times New Roman" panose="02020603050405020304" pitchFamily="18" charset="0"/>
              </a:rPr>
              <a:t>textarea</a:t>
            </a:r>
            <a:r>
              <a:rPr lang="en-US" sz="1600" dirty="0">
                <a:latin typeface="Times New Roman" panose="02020603050405020304" pitchFamily="18" charset="0"/>
                <a:cs typeface="Times New Roman" panose="02020603050405020304" pitchFamily="18" charset="0"/>
              </a:rPr>
              <a:t>&gt;</a:t>
            </a:r>
          </a:p>
          <a:p>
            <a:pPr marL="0" indent="0">
              <a:buNone/>
            </a:pPr>
            <a:r>
              <a:rPr lang="en-US" sz="1600" dirty="0">
                <a:latin typeface="Times New Roman" panose="02020603050405020304" pitchFamily="18" charset="0"/>
                <a:cs typeface="Times New Roman" panose="02020603050405020304" pitchFamily="18" charset="0"/>
              </a:rPr>
              <a:t>&lt;button class="</a:t>
            </a:r>
            <a:r>
              <a:rPr lang="en-US" sz="1600" dirty="0" err="1">
                <a:latin typeface="Times New Roman" panose="02020603050405020304" pitchFamily="18" charset="0"/>
                <a:cs typeface="Times New Roman" panose="02020603050405020304" pitchFamily="18" charset="0"/>
              </a:rPr>
              <a:t>btn</a:t>
            </a:r>
            <a:r>
              <a:rPr lang="en-US" sz="1600" dirty="0">
                <a:latin typeface="Times New Roman" panose="02020603050405020304" pitchFamily="18" charset="0"/>
                <a:cs typeface="Times New Roman" panose="02020603050405020304" pitchFamily="18" charset="0"/>
              </a:rPr>
              <a:t>" type="submit"&gt;Send Message&lt;/button&gt;</a:t>
            </a:r>
          </a:p>
          <a:p>
            <a:pPr marL="0" indent="0">
              <a:buNone/>
            </a:pPr>
            <a:r>
              <a:rPr lang="en-US" sz="1600" dirty="0">
                <a:latin typeface="Times New Roman" panose="02020603050405020304" pitchFamily="18" charset="0"/>
                <a:cs typeface="Times New Roman" panose="02020603050405020304" pitchFamily="18" charset="0"/>
              </a:rPr>
              <a:t>&lt;/form&gt;</a:t>
            </a:r>
          </a:p>
          <a:p>
            <a:pPr marL="0" indent="0">
              <a:buNone/>
            </a:pPr>
            <a:r>
              <a:rPr lang="en-US" sz="1600" dirty="0">
                <a:latin typeface="Times New Roman" panose="02020603050405020304" pitchFamily="18" charset="0"/>
                <a:cs typeface="Times New Roman" panose="02020603050405020304" pitchFamily="18" charset="0"/>
              </a:rPr>
              <a:t>&lt;/section&gt;</a:t>
            </a:r>
          </a:p>
          <a:p>
            <a:pPr marL="0" indent="0">
              <a:buNone/>
            </a:pPr>
            <a:r>
              <a:rPr lang="en-US" sz="1600" dirty="0">
                <a:latin typeface="Times New Roman" panose="02020603050405020304" pitchFamily="18" charset="0"/>
                <a:cs typeface="Times New Roman" panose="02020603050405020304" pitchFamily="18" charset="0"/>
              </a:rPr>
              <a:t>&lt;footer&gt;</a:t>
            </a:r>
          </a:p>
          <a:p>
            <a:pPr marL="0" indent="0">
              <a:buNone/>
            </a:pPr>
            <a:r>
              <a:rPr lang="en-US" sz="1600" dirty="0">
                <a:latin typeface="Times New Roman" panose="02020603050405020304" pitchFamily="18" charset="0"/>
                <a:cs typeface="Times New Roman" panose="02020603050405020304" pitchFamily="18" charset="0"/>
              </a:rPr>
              <a:t>&lt;p&gt;© 2026 TRAVEL BOOKING AGENCY WEBSITE. All Rights Reserved.&lt;/p&gt;</a:t>
            </a:r>
          </a:p>
          <a:p>
            <a:pPr marL="0" indent="0">
              <a:buNone/>
            </a:pPr>
            <a:r>
              <a:rPr lang="en-US" sz="1600" dirty="0">
                <a:latin typeface="Times New Roman" panose="02020603050405020304" pitchFamily="18" charset="0"/>
                <a:cs typeface="Times New Roman" panose="02020603050405020304" pitchFamily="18" charset="0"/>
              </a:rPr>
              <a:t>&lt;/footer&gt;</a:t>
            </a:r>
          </a:p>
          <a:p>
            <a:pPr marL="0" indent="0">
              <a:buNone/>
            </a:pPr>
            <a:r>
              <a:rPr lang="en-US" sz="1600" dirty="0">
                <a:latin typeface="Times New Roman" panose="02020603050405020304" pitchFamily="18" charset="0"/>
                <a:cs typeface="Times New Roman" panose="02020603050405020304" pitchFamily="18" charset="0"/>
              </a:rPr>
              <a:t>&lt;/body&gt;</a:t>
            </a:r>
          </a:p>
          <a:p>
            <a:pPr marL="0" indent="0">
              <a:buNone/>
            </a:pPr>
            <a:r>
              <a:rPr lang="en-US" sz="1600" dirty="0">
                <a:latin typeface="Times New Roman" panose="02020603050405020304" pitchFamily="18" charset="0"/>
                <a:cs typeface="Times New Roman" panose="02020603050405020304" pitchFamily="18" charset="0"/>
              </a:rPr>
              <a:t>&lt;/html&gt;</a:t>
            </a:r>
          </a:p>
        </p:txBody>
      </p:sp>
      <p:pic>
        <p:nvPicPr>
          <p:cNvPr id="4" name="Picture 8" descr="Top Universities India - Discover Vignan University with ...">
            <a:extLst>
              <a:ext uri="{FF2B5EF4-FFF2-40B4-BE49-F238E27FC236}">
                <a16:creationId xmlns:a16="http://schemas.microsoft.com/office/drawing/2014/main" id="{56D40EE2-30A4-28EE-36BB-32774401C9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435" y="-253734"/>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5B55603-3C9E-995D-7C92-E5E9B064EC52}"/>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8EA2270-0A55-B248-53D5-C7BE742188B4}"/>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7" name="TextBox 6">
            <a:extLst>
              <a:ext uri="{FF2B5EF4-FFF2-40B4-BE49-F238E27FC236}">
                <a16:creationId xmlns:a16="http://schemas.microsoft.com/office/drawing/2014/main" id="{1D48366E-8844-88B3-E185-CC12697C4AE5}"/>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4170928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5DA79-B979-5695-B403-9593659E103E}"/>
              </a:ext>
            </a:extLst>
          </p:cNvPr>
          <p:cNvSpPr>
            <a:spLocks noGrp="1"/>
          </p:cNvSpPr>
          <p:nvPr>
            <p:ph type="title"/>
          </p:nvPr>
        </p:nvSpPr>
        <p:spPr>
          <a:xfrm>
            <a:off x="370575" y="307205"/>
            <a:ext cx="10210557" cy="777240"/>
          </a:xfrm>
        </p:spPr>
        <p:txBody>
          <a:bodyPr>
            <a:normAutofit fontScale="90000"/>
          </a:bodyPr>
          <a:lstStyle/>
          <a:p>
            <a:r>
              <a:rPr lang="en-US" sz="3100" b="1" dirty="0">
                <a:latin typeface="Times New Roman" panose="02020603050405020304" pitchFamily="18" charset="0"/>
                <a:cs typeface="Times New Roman" panose="02020603050405020304" pitchFamily="18" charset="0"/>
              </a:rPr>
              <a:t>Result</a:t>
            </a:r>
            <a:r>
              <a:rPr lang="en-US" dirty="0"/>
              <a:t>:</a:t>
            </a:r>
          </a:p>
        </p:txBody>
      </p:sp>
      <p:pic>
        <p:nvPicPr>
          <p:cNvPr id="4" name="Picture 8" descr="Top Universities India - Discover Vignan University with ...">
            <a:extLst>
              <a:ext uri="{FF2B5EF4-FFF2-40B4-BE49-F238E27FC236}">
                <a16:creationId xmlns:a16="http://schemas.microsoft.com/office/drawing/2014/main" id="{66A88CD1-FAE6-93D3-C79F-21CADFE347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1434" y="-108013"/>
            <a:ext cx="2619565" cy="11650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4AB8C5A-40A1-D05E-5C63-7F4042A92DDF}"/>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C697FB-AE92-A021-6419-950D0543A8D7}"/>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8" name="TextBox 7">
            <a:extLst>
              <a:ext uri="{FF2B5EF4-FFF2-40B4-BE49-F238E27FC236}">
                <a16:creationId xmlns:a16="http://schemas.microsoft.com/office/drawing/2014/main" id="{73A820C4-AB2F-CFD1-F08B-D4E7F3D7A653}"/>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pic>
        <p:nvPicPr>
          <p:cNvPr id="12" name="Picture 11">
            <a:extLst>
              <a:ext uri="{FF2B5EF4-FFF2-40B4-BE49-F238E27FC236}">
                <a16:creationId xmlns:a16="http://schemas.microsoft.com/office/drawing/2014/main" id="{B23E66B5-08BC-C54C-AF9C-5444625A2A7C}"/>
              </a:ext>
            </a:extLst>
          </p:cNvPr>
          <p:cNvPicPr>
            <a:picLocks noChangeAspect="1"/>
          </p:cNvPicPr>
          <p:nvPr/>
        </p:nvPicPr>
        <p:blipFill>
          <a:blip r:embed="rId3"/>
          <a:stretch>
            <a:fillRect/>
          </a:stretch>
        </p:blipFill>
        <p:spPr>
          <a:xfrm>
            <a:off x="777240" y="1303529"/>
            <a:ext cx="10479024" cy="4689363"/>
          </a:xfrm>
          <a:prstGeom prst="rect">
            <a:avLst/>
          </a:prstGeom>
        </p:spPr>
      </p:pic>
    </p:spTree>
    <p:extLst>
      <p:ext uri="{BB962C8B-B14F-4D97-AF65-F5344CB8AC3E}">
        <p14:creationId xmlns:p14="http://schemas.microsoft.com/office/powerpoint/2010/main" val="2787480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FADCA07-864B-EEE1-AA32-6453D82517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0862" y="1203569"/>
            <a:ext cx="9850158" cy="2298583"/>
          </a:xfrm>
        </p:spPr>
      </p:pic>
      <p:pic>
        <p:nvPicPr>
          <p:cNvPr id="7" name="Picture 6">
            <a:extLst>
              <a:ext uri="{FF2B5EF4-FFF2-40B4-BE49-F238E27FC236}">
                <a16:creationId xmlns:a16="http://schemas.microsoft.com/office/drawing/2014/main" id="{82FCBC7C-4CCC-C675-FE92-922F6A9039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0862" y="4171846"/>
            <a:ext cx="9954279" cy="1674580"/>
          </a:xfrm>
          <a:prstGeom prst="rect">
            <a:avLst/>
          </a:prstGeom>
        </p:spPr>
      </p:pic>
      <p:pic>
        <p:nvPicPr>
          <p:cNvPr id="1028" name="Picture 4" descr="Top Universities India - Discover Vignan University with ...">
            <a:extLst>
              <a:ext uri="{FF2B5EF4-FFF2-40B4-BE49-F238E27FC236}">
                <a16:creationId xmlns:a16="http://schemas.microsoft.com/office/drawing/2014/main" id="{7E03DFEE-65EC-DA4F-1B62-FA1945617C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20833" y="-156724"/>
            <a:ext cx="2823404" cy="125568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3FCBBE8-A33D-55FF-5AE2-98240E8B858C}"/>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4479981-F5C8-E737-5AEB-18A77AC41C38}"/>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6" name="TextBox 5">
            <a:extLst>
              <a:ext uri="{FF2B5EF4-FFF2-40B4-BE49-F238E27FC236}">
                <a16:creationId xmlns:a16="http://schemas.microsoft.com/office/drawing/2014/main" id="{40B8236B-7362-7554-E04C-F2575053D05D}"/>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257059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99053DD-3160-1A71-2401-209C33D01F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0972" y="1596173"/>
            <a:ext cx="8830056" cy="4244830"/>
          </a:xfrm>
        </p:spPr>
      </p:pic>
      <p:pic>
        <p:nvPicPr>
          <p:cNvPr id="2050" name="Picture 2" descr="Top Universities India - Discover Vignan University with ...">
            <a:extLst>
              <a:ext uri="{FF2B5EF4-FFF2-40B4-BE49-F238E27FC236}">
                <a16:creationId xmlns:a16="http://schemas.microsoft.com/office/drawing/2014/main" id="{5ADF71DD-0E49-E160-4209-2A2DBD11B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5272" y="0"/>
            <a:ext cx="3241826" cy="144177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056A86E-54F1-D90E-DE9B-1267F23955B4}"/>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E664DFB-8A0C-C1E1-0545-A5C66BBEDDCE}"/>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6" name="TextBox 5">
            <a:extLst>
              <a:ext uri="{FF2B5EF4-FFF2-40B4-BE49-F238E27FC236}">
                <a16:creationId xmlns:a16="http://schemas.microsoft.com/office/drawing/2014/main" id="{CD879589-180A-AD96-2232-D37A432477FA}"/>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2432934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18942-9F99-8C10-231B-B9F09057F2FD}"/>
              </a:ext>
            </a:extLst>
          </p:cNvPr>
          <p:cNvSpPr>
            <a:spLocks noGrp="1"/>
          </p:cNvSpPr>
          <p:nvPr>
            <p:ph type="title"/>
          </p:nvPr>
        </p:nvSpPr>
        <p:spPr>
          <a:xfrm>
            <a:off x="794004" y="1003894"/>
            <a:ext cx="10515600" cy="1325563"/>
          </a:xfrm>
        </p:spPr>
        <p:txBody>
          <a:bodyPr>
            <a:normAutofit/>
          </a:bodyPr>
          <a:lstStyle/>
          <a:p>
            <a:r>
              <a:rPr lang="en-IN" sz="2800" b="1" dirty="0">
                <a:latin typeface="Times New Roman" panose="02020603050405020304" pitchFamily="18" charset="0"/>
                <a:cs typeface="Times New Roman" panose="02020603050405020304" pitchFamily="18" charset="0"/>
              </a:rPr>
              <a:t>Conclusion</a:t>
            </a:r>
            <a:r>
              <a:rPr lang="en-IN" sz="4000"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D2DAF0C1-1BC3-FB35-442A-EA443DFAE122}"/>
              </a:ext>
            </a:extLst>
          </p:cNvPr>
          <p:cNvSpPr>
            <a:spLocks noGrp="1"/>
          </p:cNvSpPr>
          <p:nvPr>
            <p:ph idx="1"/>
          </p:nvPr>
        </p:nvSpPr>
        <p:spPr>
          <a:xfrm>
            <a:off x="794004" y="2108053"/>
            <a:ext cx="10515600" cy="4314607"/>
          </a:xfrm>
        </p:spPr>
        <p:txBody>
          <a:bodyPr>
            <a:normAutofit/>
          </a:bodyPr>
          <a:lstStyle/>
          <a:p>
            <a:pPr algn="just"/>
            <a:r>
              <a:rPr lang="en-US" sz="1600" dirty="0">
                <a:latin typeface="Times New Roman" panose="02020603050405020304" pitchFamily="18" charset="0"/>
                <a:cs typeface="Times New Roman" panose="02020603050405020304" pitchFamily="18" charset="0"/>
              </a:rPr>
              <a:t>The Travel Booking Agency Website simplifies travel planning.</a:t>
            </a:r>
          </a:p>
          <a:p>
            <a:pPr algn="just"/>
            <a:r>
              <a:rPr lang="en-US" sz="1600" dirty="0">
                <a:latin typeface="Times New Roman" panose="02020603050405020304" pitchFamily="18" charset="0"/>
                <a:cs typeface="Times New Roman" panose="02020603050405020304" pitchFamily="18" charset="0"/>
              </a:rPr>
              <a:t>It provides a modern, efficient, and user-friendly platform.</a:t>
            </a:r>
          </a:p>
          <a:p>
            <a:pPr algn="just"/>
            <a:r>
              <a:rPr lang="en-US" sz="1600" dirty="0">
                <a:latin typeface="Times New Roman" panose="02020603050405020304" pitchFamily="18" charset="0"/>
                <a:cs typeface="Times New Roman" panose="02020603050405020304" pitchFamily="18" charset="0"/>
              </a:rPr>
              <a:t>The project demonstrates effective use of HTML and CSS.</a:t>
            </a:r>
          </a:p>
          <a:p>
            <a:pPr algn="just"/>
            <a:r>
              <a:rPr lang="en-US" sz="1600" dirty="0">
                <a:latin typeface="Times New Roman" panose="02020603050405020304" pitchFamily="18" charset="0"/>
                <a:cs typeface="Times New Roman" panose="02020603050405020304" pitchFamily="18" charset="0"/>
              </a:rPr>
              <a:t>This project reduces manual effort, saves time for both customers and staff, and improves accessibility by providing information 24/7. By moving from a traditional offline system to a web-based approach, the travel agency can reach a wider audience and improve customer satisfaction.</a:t>
            </a:r>
          </a:p>
          <a:p>
            <a:pPr algn="just"/>
            <a:r>
              <a:rPr lang="en-US" sz="1600" dirty="0">
                <a:latin typeface="Times New Roman" panose="02020603050405020304" pitchFamily="18" charset="0"/>
                <a:cs typeface="Times New Roman" panose="02020603050405020304" pitchFamily="18" charset="0"/>
              </a:rPr>
              <a:t>Overall, this project highlights the importance of digital solutions in the travel industry and shows how basic web technologies can be effectively applied to solve real-world problems.</a:t>
            </a:r>
            <a:endParaRPr lang="en-IN" sz="1600" dirty="0">
              <a:latin typeface="Times New Roman" panose="02020603050405020304" pitchFamily="18" charset="0"/>
              <a:cs typeface="Times New Roman" panose="02020603050405020304" pitchFamily="18" charset="0"/>
            </a:endParaRPr>
          </a:p>
        </p:txBody>
      </p:sp>
      <p:pic>
        <p:nvPicPr>
          <p:cNvPr id="3074" name="Picture 2" descr="Top Universities India - Discover Vignan University with ...">
            <a:extLst>
              <a:ext uri="{FF2B5EF4-FFF2-40B4-BE49-F238E27FC236}">
                <a16:creationId xmlns:a16="http://schemas.microsoft.com/office/drawing/2014/main" id="{CEC3CC5E-28AA-50BA-DCD0-19C08ABE25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6877" y="0"/>
            <a:ext cx="3084049" cy="13716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B164A4C-6A6B-1139-74CE-5E5525F2E25B}"/>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3B09844-5B91-F618-F256-5A66076ABD91}"/>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7" name="TextBox 6">
            <a:extLst>
              <a:ext uri="{FF2B5EF4-FFF2-40B4-BE49-F238E27FC236}">
                <a16:creationId xmlns:a16="http://schemas.microsoft.com/office/drawing/2014/main" id="{3BA6351F-08E2-A9BB-0FF3-0D81764F813F}"/>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185631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Thank You Stock Photos, Images and ...">
            <a:extLst>
              <a:ext uri="{FF2B5EF4-FFF2-40B4-BE49-F238E27FC236}">
                <a16:creationId xmlns:a16="http://schemas.microsoft.com/office/drawing/2014/main" id="{1D3EACD1-7CF0-68BF-0A74-A0528CC894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17415" y="1688594"/>
            <a:ext cx="6773499" cy="429949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Discover Vignan University with Manabuki">
            <a:extLst>
              <a:ext uri="{FF2B5EF4-FFF2-40B4-BE49-F238E27FC236}">
                <a16:creationId xmlns:a16="http://schemas.microsoft.com/office/drawing/2014/main" id="{33DD5C90-B0AA-E787-5F21-96CB35B470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7204" y="181150"/>
            <a:ext cx="2975854" cy="132456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5BB3F8B-A4F2-681D-5952-FB3E17712BFD}"/>
              </a:ext>
            </a:extLst>
          </p:cNvPr>
          <p:cNvSpPr/>
          <p:nvPr/>
        </p:nvSpPr>
        <p:spPr>
          <a:xfrm>
            <a:off x="0" y="6428232"/>
            <a:ext cx="12192000" cy="429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B1D85CA-EFB4-0147-9396-D786C4130F35}"/>
              </a:ext>
            </a:extLst>
          </p:cNvPr>
          <p:cNvSpPr txBox="1"/>
          <p:nvPr/>
        </p:nvSpPr>
        <p:spPr>
          <a:xfrm>
            <a:off x="146304" y="6455664"/>
            <a:ext cx="21579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Department of CSE</a:t>
            </a:r>
          </a:p>
        </p:txBody>
      </p:sp>
      <p:sp>
        <p:nvSpPr>
          <p:cNvPr id="5" name="TextBox 4">
            <a:extLst>
              <a:ext uri="{FF2B5EF4-FFF2-40B4-BE49-F238E27FC236}">
                <a16:creationId xmlns:a16="http://schemas.microsoft.com/office/drawing/2014/main" id="{ED83708B-E274-040F-83DF-CC0B2DF2DB34}"/>
              </a:ext>
            </a:extLst>
          </p:cNvPr>
          <p:cNvSpPr txBox="1"/>
          <p:nvPr/>
        </p:nvSpPr>
        <p:spPr>
          <a:xfrm>
            <a:off x="10625328" y="6446520"/>
            <a:ext cx="14569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Field Project</a:t>
            </a:r>
          </a:p>
        </p:txBody>
      </p:sp>
    </p:spTree>
    <p:extLst>
      <p:ext uri="{BB962C8B-B14F-4D97-AF65-F5344CB8AC3E}">
        <p14:creationId xmlns:p14="http://schemas.microsoft.com/office/powerpoint/2010/main" val="1045843430"/>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Depth</Template>
  <TotalTime>263</TotalTime>
  <Words>1975</Words>
  <Application>Microsoft Office PowerPoint</Application>
  <PresentationFormat>Widescreen</PresentationFormat>
  <Paragraphs>339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Corbel</vt:lpstr>
      <vt:lpstr>Times New Roman</vt:lpstr>
      <vt:lpstr>Depth</vt:lpstr>
      <vt:lpstr>PowerPoint Presentation</vt:lpstr>
      <vt:lpstr>Contents:</vt:lpstr>
      <vt:lpstr>Introduction:</vt:lpstr>
      <vt:lpstr>Problem Definition </vt:lpstr>
      <vt:lpstr>Existing System: </vt:lpstr>
      <vt:lpstr>Hardware &amp; Software Requirements </vt:lpstr>
      <vt:lpstr>Advantages:</vt:lpstr>
      <vt:lpstr>Disadvantages:</vt:lpstr>
      <vt:lpstr>Sample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16</cp:revision>
  <dcterms:created xsi:type="dcterms:W3CDTF">2026-01-31T05:50:27Z</dcterms:created>
  <dcterms:modified xsi:type="dcterms:W3CDTF">2026-03-07T06:55:39Z</dcterms:modified>
</cp:coreProperties>
</file>